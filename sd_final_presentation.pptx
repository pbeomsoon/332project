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74" r:id="rId6"/>
    <p:sldId id="268" r:id="rId7"/>
    <p:sldId id="270" r:id="rId8"/>
    <p:sldId id="262" r:id="rId9"/>
    <p:sldId id="265" r:id="rId10"/>
    <p:sldId id="271" r:id="rId11"/>
    <p:sldId id="264" r:id="rId12"/>
    <p:sldId id="27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8DCBB0-F2D5-F64E-9582-E34C6649D787}" v="32" dt="2025-12-04T00:20:51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014"/>
    <p:restoredTop sz="94667"/>
  </p:normalViewPr>
  <p:slideViewPr>
    <p:cSldViewPr snapToGrid="0">
      <p:cViewPr varScale="1">
        <p:scale>
          <a:sx n="61" d="100"/>
          <a:sy n="61" d="100"/>
        </p:scale>
        <p:origin x="248" y="2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범순(컴퓨터공학과)" userId="e940806e-67ff-468c-bde0-3d4e68c861b1" providerId="ADAL" clId="{F9C69090-7C99-5C6D-A9B1-84D1E1347A13}"/>
    <pc:docChg chg="undo custSel addSld delSld modSld">
      <pc:chgData name="박범순(컴퓨터공학과)" userId="e940806e-67ff-468c-bde0-3d4e68c861b1" providerId="ADAL" clId="{F9C69090-7C99-5C6D-A9B1-84D1E1347A13}" dt="2025-12-04T00:20:59.425" v="1473" actId="113"/>
      <pc:docMkLst>
        <pc:docMk/>
      </pc:docMkLst>
      <pc:sldChg chg="addSp delSp modSp mod">
        <pc:chgData name="박범순(컴퓨터공학과)" userId="e940806e-67ff-468c-bde0-3d4e68c861b1" providerId="ADAL" clId="{F9C69090-7C99-5C6D-A9B1-84D1E1347A13}" dt="2025-12-03T23:59:58.312" v="989" actId="1076"/>
        <pc:sldMkLst>
          <pc:docMk/>
          <pc:sldMk cId="3845117252" sldId="257"/>
        </pc:sldMkLst>
        <pc:spChg chg="mod">
          <ac:chgData name="박범순(컴퓨터공학과)" userId="e940806e-67ff-468c-bde0-3d4e68c861b1" providerId="ADAL" clId="{F9C69090-7C99-5C6D-A9B1-84D1E1347A13}" dt="2025-12-03T23:59:43.949" v="967" actId="5793"/>
          <ac:spMkLst>
            <pc:docMk/>
            <pc:sldMk cId="3845117252" sldId="257"/>
            <ac:spMk id="5" creationId="{1A4C5233-C81C-1AFE-DCA9-4440C453DCFA}"/>
          </ac:spMkLst>
        </pc:spChg>
        <pc:spChg chg="add mod">
          <ac:chgData name="박범순(컴퓨터공학과)" userId="e940806e-67ff-468c-bde0-3d4e68c861b1" providerId="ADAL" clId="{F9C69090-7C99-5C6D-A9B1-84D1E1347A13}" dt="2025-12-03T23:59:24.551" v="868" actId="27636"/>
          <ac:spMkLst>
            <pc:docMk/>
            <pc:sldMk cId="3845117252" sldId="257"/>
            <ac:spMk id="6" creationId="{96E03F2E-D5F5-60CB-D950-8B3953A93CDF}"/>
          </ac:spMkLst>
        </pc:spChg>
        <pc:spChg chg="add mod">
          <ac:chgData name="박범순(컴퓨터공학과)" userId="e940806e-67ff-468c-bde0-3d4e68c861b1" providerId="ADAL" clId="{F9C69090-7C99-5C6D-A9B1-84D1E1347A13}" dt="2025-12-03T23:59:24.550" v="867" actId="27636"/>
          <ac:spMkLst>
            <pc:docMk/>
            <pc:sldMk cId="3845117252" sldId="257"/>
            <ac:spMk id="8" creationId="{CF401BF0-EDFE-DD1D-3C93-6114DD1DE795}"/>
          </ac:spMkLst>
        </pc:spChg>
        <pc:spChg chg="add mod">
          <ac:chgData name="박범순(컴퓨터공학과)" userId="e940806e-67ff-468c-bde0-3d4e68c861b1" providerId="ADAL" clId="{F9C69090-7C99-5C6D-A9B1-84D1E1347A13}" dt="2025-12-03T23:59:24.523" v="866" actId="255"/>
          <ac:spMkLst>
            <pc:docMk/>
            <pc:sldMk cId="3845117252" sldId="257"/>
            <ac:spMk id="10" creationId="{69CFC3DA-3FC0-744E-C0B9-12AC90527BCA}"/>
          </ac:spMkLst>
        </pc:spChg>
        <pc:spChg chg="add mod">
          <ac:chgData name="박범순(컴퓨터공학과)" userId="e940806e-67ff-468c-bde0-3d4e68c861b1" providerId="ADAL" clId="{F9C69090-7C99-5C6D-A9B1-84D1E1347A13}" dt="2025-12-03T23:59:24.523" v="866" actId="255"/>
          <ac:spMkLst>
            <pc:docMk/>
            <pc:sldMk cId="3845117252" sldId="257"/>
            <ac:spMk id="16" creationId="{BD651F8E-2CBB-5069-CB41-C7523043A606}"/>
          </ac:spMkLst>
        </pc:spChg>
        <pc:grpChg chg="add mod">
          <ac:chgData name="박범순(컴퓨터공학과)" userId="e940806e-67ff-468c-bde0-3d4e68c861b1" providerId="ADAL" clId="{F9C69090-7C99-5C6D-A9B1-84D1E1347A13}" dt="2025-12-03T23:59:50.688" v="979" actId="1035"/>
          <ac:grpSpMkLst>
            <pc:docMk/>
            <pc:sldMk cId="3845117252" sldId="257"/>
            <ac:grpSpMk id="15" creationId="{0BAC9FFD-FFFE-5F38-2CE8-80F641875028}"/>
          </ac:grpSpMkLst>
        </pc:grpChg>
        <pc:picChg chg="add mod">
          <ac:chgData name="박범순(컴퓨터공학과)" userId="e940806e-67ff-468c-bde0-3d4e68c861b1" providerId="ADAL" clId="{F9C69090-7C99-5C6D-A9B1-84D1E1347A13}" dt="2025-12-03T23:59:47.097" v="971" actId="1036"/>
          <ac:picMkLst>
            <pc:docMk/>
            <pc:sldMk cId="3845117252" sldId="257"/>
            <ac:picMk id="2" creationId="{5D7F43F9-FBE6-4235-73F8-06E76EDD6F05}"/>
          </ac:picMkLst>
        </pc:picChg>
        <pc:picChg chg="add mod">
          <ac:chgData name="박범순(컴퓨터공학과)" userId="e940806e-67ff-468c-bde0-3d4e68c861b1" providerId="ADAL" clId="{F9C69090-7C99-5C6D-A9B1-84D1E1347A13}" dt="2025-12-03T23:59:47.097" v="971" actId="1036"/>
          <ac:picMkLst>
            <pc:docMk/>
            <pc:sldMk cId="3845117252" sldId="257"/>
            <ac:picMk id="3" creationId="{C7F6A8F9-F417-A0A6-03A5-59C03C0B30FD}"/>
          </ac:picMkLst>
        </pc:picChg>
        <pc:picChg chg="add mod">
          <ac:chgData name="박범순(컴퓨터공학과)" userId="e940806e-67ff-468c-bde0-3d4e68c861b1" providerId="ADAL" clId="{F9C69090-7C99-5C6D-A9B1-84D1E1347A13}" dt="2025-12-03T23:48:22.904" v="814" actId="1036"/>
          <ac:picMkLst>
            <pc:docMk/>
            <pc:sldMk cId="3845117252" sldId="257"/>
            <ac:picMk id="7" creationId="{FBE0AF85-B8B4-9D1D-E1A0-E1FB8045DBB6}"/>
          </ac:picMkLst>
        </pc:picChg>
        <pc:picChg chg="add mod">
          <ac:chgData name="박범순(컴퓨터공학과)" userId="e940806e-67ff-468c-bde0-3d4e68c861b1" providerId="ADAL" clId="{F9C69090-7C99-5C6D-A9B1-84D1E1347A13}" dt="2025-12-03T23:59:54.179" v="981" actId="1035"/>
          <ac:picMkLst>
            <pc:docMk/>
            <pc:sldMk cId="3845117252" sldId="257"/>
            <ac:picMk id="9" creationId="{46C781AD-CD30-6947-A433-E6313027C269}"/>
          </ac:picMkLst>
        </pc:picChg>
        <pc:picChg chg="add del mod">
          <ac:chgData name="박범순(컴퓨터공학과)" userId="e940806e-67ff-468c-bde0-3d4e68c861b1" providerId="ADAL" clId="{F9C69090-7C99-5C6D-A9B1-84D1E1347A13}" dt="2025-12-03T23:42:54.059" v="471" actId="478"/>
          <ac:picMkLst>
            <pc:docMk/>
            <pc:sldMk cId="3845117252" sldId="257"/>
            <ac:picMk id="11" creationId="{07A01FC0-CCC9-3A5B-F55E-9EC0BCA81656}"/>
          </ac:picMkLst>
        </pc:picChg>
        <pc:picChg chg="add mod modCrop">
          <ac:chgData name="박범순(컴퓨터공학과)" userId="e940806e-67ff-468c-bde0-3d4e68c861b1" providerId="ADAL" clId="{F9C69090-7C99-5C6D-A9B1-84D1E1347A13}" dt="2025-12-03T23:46:05.226" v="697" actId="1036"/>
          <ac:picMkLst>
            <pc:docMk/>
            <pc:sldMk cId="3845117252" sldId="257"/>
            <ac:picMk id="12" creationId="{DAFBAF5D-1DC9-0346-8D3C-525789F86A59}"/>
          </ac:picMkLst>
        </pc:picChg>
        <pc:picChg chg="add mod">
          <ac:chgData name="박범순(컴퓨터공학과)" userId="e940806e-67ff-468c-bde0-3d4e68c861b1" providerId="ADAL" clId="{F9C69090-7C99-5C6D-A9B1-84D1E1347A13}" dt="2025-12-03T23:59:50.688" v="979" actId="1035"/>
          <ac:picMkLst>
            <pc:docMk/>
            <pc:sldMk cId="3845117252" sldId="257"/>
            <ac:picMk id="13" creationId="{A6BF3F71-30E8-81D6-F5EC-E0F3ECDF9D1F}"/>
          </ac:picMkLst>
        </pc:picChg>
        <pc:picChg chg="add mod">
          <ac:chgData name="박범순(컴퓨터공학과)" userId="e940806e-67ff-468c-bde0-3d4e68c861b1" providerId="ADAL" clId="{F9C69090-7C99-5C6D-A9B1-84D1E1347A13}" dt="2025-12-03T23:46:05.226" v="697" actId="1036"/>
          <ac:picMkLst>
            <pc:docMk/>
            <pc:sldMk cId="3845117252" sldId="257"/>
            <ac:picMk id="14" creationId="{49D60A1C-D443-0813-D2FD-052371D60818}"/>
          </ac:picMkLst>
        </pc:picChg>
        <pc:picChg chg="add mod">
          <ac:chgData name="박범순(컴퓨터공학과)" userId="e940806e-67ff-468c-bde0-3d4e68c861b1" providerId="ADAL" clId="{F9C69090-7C99-5C6D-A9B1-84D1E1347A13}" dt="2025-12-03T23:59:58.312" v="989" actId="1076"/>
          <ac:picMkLst>
            <pc:docMk/>
            <pc:sldMk cId="3845117252" sldId="257"/>
            <ac:picMk id="17" creationId="{43A2B326-759E-9196-9AB9-3A72A8543C9B}"/>
          </ac:picMkLst>
        </pc:picChg>
      </pc:sldChg>
      <pc:sldChg chg="addSp modSp mod">
        <pc:chgData name="박범순(컴퓨터공학과)" userId="e940806e-67ff-468c-bde0-3d4e68c861b1" providerId="ADAL" clId="{F9C69090-7C99-5C6D-A9B1-84D1E1347A13}" dt="2025-12-04T00:19:36.395" v="1467" actId="1035"/>
        <pc:sldMkLst>
          <pc:docMk/>
          <pc:sldMk cId="3608985729" sldId="258"/>
        </pc:sldMkLst>
        <pc:spChg chg="mod">
          <ac:chgData name="박범순(컴퓨터공학과)" userId="e940806e-67ff-468c-bde0-3d4e68c861b1" providerId="ADAL" clId="{F9C69090-7C99-5C6D-A9B1-84D1E1347A13}" dt="2025-12-04T00:19:34.354" v="1466" actId="20577"/>
          <ac:spMkLst>
            <pc:docMk/>
            <pc:sldMk cId="3608985729" sldId="258"/>
            <ac:spMk id="5" creationId="{3124FD4E-42B5-4E70-4661-B95EEB53DFA7}"/>
          </ac:spMkLst>
        </pc:spChg>
        <pc:picChg chg="add mod">
          <ac:chgData name="박범순(컴퓨터공학과)" userId="e940806e-67ff-468c-bde0-3d4e68c861b1" providerId="ADAL" clId="{F9C69090-7C99-5C6D-A9B1-84D1E1347A13}" dt="2025-12-04T00:19:36.395" v="1467" actId="1035"/>
          <ac:picMkLst>
            <pc:docMk/>
            <pc:sldMk cId="3608985729" sldId="258"/>
            <ac:picMk id="2" creationId="{36100604-24EF-2125-AA2D-011238258F9E}"/>
          </ac:picMkLst>
        </pc:picChg>
      </pc:sldChg>
      <pc:sldChg chg="modSp mod">
        <pc:chgData name="박범순(컴퓨터공학과)" userId="e940806e-67ff-468c-bde0-3d4e68c861b1" providerId="ADAL" clId="{F9C69090-7C99-5C6D-A9B1-84D1E1347A13}" dt="2025-12-04T00:20:59.425" v="1473" actId="113"/>
        <pc:sldMkLst>
          <pc:docMk/>
          <pc:sldMk cId="4227616950" sldId="265"/>
        </pc:sldMkLst>
        <pc:spChg chg="mod">
          <ac:chgData name="박범순(컴퓨터공학과)" userId="e940806e-67ff-468c-bde0-3d4e68c861b1" providerId="ADAL" clId="{F9C69090-7C99-5C6D-A9B1-84D1E1347A13}" dt="2025-12-04T00:20:59.425" v="1473" actId="113"/>
          <ac:spMkLst>
            <pc:docMk/>
            <pc:sldMk cId="4227616950" sldId="265"/>
            <ac:spMk id="7" creationId="{0A1D28C5-22A5-3995-6B8C-B4F6C753658E}"/>
          </ac:spMkLst>
        </pc:spChg>
      </pc:sldChg>
      <pc:sldChg chg="modSp mod">
        <pc:chgData name="박범순(컴퓨터공학과)" userId="e940806e-67ff-468c-bde0-3d4e68c861b1" providerId="ADAL" clId="{F9C69090-7C99-5C6D-A9B1-84D1E1347A13}" dt="2025-12-04T00:20:05.783" v="1468" actId="20577"/>
        <pc:sldMkLst>
          <pc:docMk/>
          <pc:sldMk cId="721561774" sldId="266"/>
        </pc:sldMkLst>
        <pc:spChg chg="mod">
          <ac:chgData name="박범순(컴퓨터공학과)" userId="e940806e-67ff-468c-bde0-3d4e68c861b1" providerId="ADAL" clId="{F9C69090-7C99-5C6D-A9B1-84D1E1347A13}" dt="2025-12-04T00:20:05.783" v="1468" actId="20577"/>
          <ac:spMkLst>
            <pc:docMk/>
            <pc:sldMk cId="721561774" sldId="266"/>
            <ac:spMk id="5" creationId="{651DF072-BC8A-EC60-ED0D-AC155E4314F1}"/>
          </ac:spMkLst>
        </pc:spChg>
      </pc:sldChg>
      <pc:sldChg chg="addSp delSp modSp add mod">
        <pc:chgData name="박범순(컴퓨터공학과)" userId="e940806e-67ff-468c-bde0-3d4e68c861b1" providerId="ADAL" clId="{F9C69090-7C99-5C6D-A9B1-84D1E1347A13}" dt="2025-12-04T00:18:47.602" v="1427" actId="1037"/>
        <pc:sldMkLst>
          <pc:docMk/>
          <pc:sldMk cId="286717734" sldId="274"/>
        </pc:sldMkLst>
        <pc:spChg chg="mod">
          <ac:chgData name="박범순(컴퓨터공학과)" userId="e940806e-67ff-468c-bde0-3d4e68c861b1" providerId="ADAL" clId="{F9C69090-7C99-5C6D-A9B1-84D1E1347A13}" dt="2025-12-04T00:18:36.717" v="1421" actId="255"/>
          <ac:spMkLst>
            <pc:docMk/>
            <pc:sldMk cId="286717734" sldId="274"/>
            <ac:spMk id="5" creationId="{A21248CF-2C2B-BE1A-0FBD-4A40C0CF92B3}"/>
          </ac:spMkLst>
        </pc:spChg>
        <pc:spChg chg="add mod">
          <ac:chgData name="박범순(컴퓨터공학과)" userId="e940806e-67ff-468c-bde0-3d4e68c861b1" providerId="ADAL" clId="{F9C69090-7C99-5C6D-A9B1-84D1E1347A13}" dt="2025-12-04T00:18:36.717" v="1421" actId="255"/>
          <ac:spMkLst>
            <pc:docMk/>
            <pc:sldMk cId="286717734" sldId="274"/>
            <ac:spMk id="7" creationId="{0C0F3346-E4AE-8805-968E-4AFD96F598E7}"/>
          </ac:spMkLst>
        </pc:spChg>
        <pc:spChg chg="add mod">
          <ac:chgData name="박범순(컴퓨터공학과)" userId="e940806e-67ff-468c-bde0-3d4e68c861b1" providerId="ADAL" clId="{F9C69090-7C99-5C6D-A9B1-84D1E1347A13}" dt="2025-12-04T00:18:36.717" v="1421" actId="255"/>
          <ac:spMkLst>
            <pc:docMk/>
            <pc:sldMk cId="286717734" sldId="274"/>
            <ac:spMk id="8" creationId="{368F9519-AD49-3EFE-303B-335B72EF8301}"/>
          </ac:spMkLst>
        </pc:spChg>
        <pc:spChg chg="add mod">
          <ac:chgData name="박범순(컴퓨터공학과)" userId="e940806e-67ff-468c-bde0-3d4e68c861b1" providerId="ADAL" clId="{F9C69090-7C99-5C6D-A9B1-84D1E1347A13}" dt="2025-12-04T00:18:36.717" v="1421" actId="255"/>
          <ac:spMkLst>
            <pc:docMk/>
            <pc:sldMk cId="286717734" sldId="274"/>
            <ac:spMk id="11" creationId="{1E19F782-9B99-C334-2EBE-41D47C5A796B}"/>
          </ac:spMkLst>
        </pc:spChg>
        <pc:picChg chg="del">
          <ac:chgData name="박범순(컴퓨터공학과)" userId="e940806e-67ff-468c-bde0-3d4e68c861b1" providerId="ADAL" clId="{F9C69090-7C99-5C6D-A9B1-84D1E1347A13}" dt="2025-12-04T00:11:27.864" v="1121" actId="478"/>
          <ac:picMkLst>
            <pc:docMk/>
            <pc:sldMk cId="286717734" sldId="274"/>
            <ac:picMk id="2" creationId="{C1A443E1-4577-9DC6-F666-B72D1F9F515A}"/>
          </ac:picMkLst>
        </pc:picChg>
        <pc:picChg chg="add mod">
          <ac:chgData name="박범순(컴퓨터공학과)" userId="e940806e-67ff-468c-bde0-3d4e68c861b1" providerId="ADAL" clId="{F9C69090-7C99-5C6D-A9B1-84D1E1347A13}" dt="2025-12-04T00:18:47.602" v="1427" actId="1037"/>
          <ac:picMkLst>
            <pc:docMk/>
            <pc:sldMk cId="286717734" sldId="274"/>
            <ac:picMk id="3" creationId="{6E413B36-FB77-071D-A669-E65C49EEDE33}"/>
          </ac:picMkLst>
        </pc:picChg>
        <pc:picChg chg="add mod">
          <ac:chgData name="박범순(컴퓨터공학과)" userId="e940806e-67ff-468c-bde0-3d4e68c861b1" providerId="ADAL" clId="{F9C69090-7C99-5C6D-A9B1-84D1E1347A13}" dt="2025-12-04T00:18:47.602" v="1427" actId="1037"/>
          <ac:picMkLst>
            <pc:docMk/>
            <pc:sldMk cId="286717734" sldId="274"/>
            <ac:picMk id="6" creationId="{84625984-FD87-E81D-73FC-36128150FED7}"/>
          </ac:picMkLst>
        </pc:picChg>
        <pc:picChg chg="add mod">
          <ac:chgData name="박범순(컴퓨터공학과)" userId="e940806e-67ff-468c-bde0-3d4e68c861b1" providerId="ADAL" clId="{F9C69090-7C99-5C6D-A9B1-84D1E1347A13}" dt="2025-12-04T00:18:47.602" v="1427" actId="1037"/>
          <ac:picMkLst>
            <pc:docMk/>
            <pc:sldMk cId="286717734" sldId="274"/>
            <ac:picMk id="9" creationId="{BB8ED203-F303-D904-5199-37975ED50F35}"/>
          </ac:picMkLst>
        </pc:picChg>
        <pc:picChg chg="add mod">
          <ac:chgData name="박범순(컴퓨터공학과)" userId="e940806e-67ff-468c-bde0-3d4e68c861b1" providerId="ADAL" clId="{F9C69090-7C99-5C6D-A9B1-84D1E1347A13}" dt="2025-12-04T00:18:47.602" v="1427" actId="1037"/>
          <ac:picMkLst>
            <pc:docMk/>
            <pc:sldMk cId="286717734" sldId="274"/>
            <ac:picMk id="10" creationId="{8167FE64-5FF0-D223-C6A1-AC24B6CF7E22}"/>
          </ac:picMkLst>
        </pc:picChg>
      </pc:sldChg>
      <pc:sldChg chg="add del">
        <pc:chgData name="박범순(컴퓨터공학과)" userId="e940806e-67ff-468c-bde0-3d4e68c861b1" providerId="ADAL" clId="{F9C69090-7C99-5C6D-A9B1-84D1E1347A13}" dt="2025-12-04T00:18:56.594" v="1428" actId="2696"/>
        <pc:sldMkLst>
          <pc:docMk/>
          <pc:sldMk cId="4022941553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2F9F26-C537-B374-E725-B04C57A67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0555DD-1773-37A9-6DCB-55ABCCEE4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5A9568-F09D-FB63-2D4A-EBB69AA03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3D72-69AB-064B-A0B8-3C86021E59DC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D69BAA-6A2D-D912-68F1-D12E8B58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096145-C664-5C93-9ED1-4F99CCDC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0B3F-DD1E-7642-A1E5-DCBD5AC92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0070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FCB8D-5021-1679-72B4-3E62F87F7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F8C676-E5F2-3022-AD3C-DC571C3EF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7D6F7-D434-D7A7-0E9E-38F9CE49C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3D72-69AB-064B-A0B8-3C86021E59DC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D31C51-9962-E578-1A6C-60E0E010C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292F17-5C15-EBFA-A3E1-7A300984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0B3F-DD1E-7642-A1E5-DCBD5AC92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78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D4717-9C81-B00D-CD67-5D24A7EF3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985282-2B07-9A90-6238-22D9707CB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662313-647A-4151-C063-BDDBCCAE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3D72-69AB-064B-A0B8-3C86021E59DC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DFDAC3-C6EC-6CAB-96AA-B78F1BED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27A141-BEC1-F5F0-5073-6C6E9E67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0B3F-DD1E-7642-A1E5-DCBD5AC92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5813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22EAD-38C3-689B-F450-E44622C0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59B8E-7688-AE81-AF89-328AD93C5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7F5E80-C741-EEE0-DD9E-377BDDC37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12B5E7-3766-7594-C1EB-41551644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3D72-69AB-064B-A0B8-3C86021E59DC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1AA271-2FD7-9DA4-D7B4-6C57E6CD3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4C358E-E627-B1F0-5B08-27953073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0B3F-DD1E-7642-A1E5-DCBD5AC92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4661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8C398-3429-A326-D5F0-1F32F005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54222B-5251-DB8D-EDF9-8F4D06454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0518B8-F9D5-87DA-F162-5CF75E3AB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45E6C72-F436-DBB6-39D8-34FBEEA8D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F04323D-8396-7A21-9657-0D8BFBB767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31AB432-D010-6EB9-2AFE-9DDD77B32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3D72-69AB-064B-A0B8-3C86021E59DC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75F8FE-75BA-505F-234A-061EFA68B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0B3ED3-E503-D853-A728-EF3C9C3B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0B3F-DD1E-7642-A1E5-DCBD5AC92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5252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BEC6F-EEFA-DC7A-44CE-AE70787B6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D28F2C-C76B-F1B0-320C-7A2352F53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3D72-69AB-064B-A0B8-3C86021E59DC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FBB247-0473-D408-411D-122F6082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699870-65D0-956C-18A9-958883F3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0B3F-DD1E-7642-A1E5-DCBD5AC92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68631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5C06A7-5DAA-B12E-704C-A05D540D7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3D72-69AB-064B-A0B8-3C86021E59DC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4BCF880-5F78-FEA1-7660-472310997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ED7100-7205-03FA-8E14-735063724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0B3F-DD1E-7642-A1E5-DCBD5AC92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0673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71AFA-0F48-5A8B-0365-82B4D6860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AA0B58-47D2-4763-65FB-80061CBF0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9E4212-67A0-7BD0-4F37-0DC77BBD5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35CE1E-0891-B815-6DA3-1CEAE039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3D72-69AB-064B-A0B8-3C86021E59DC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C6B530-14AF-4227-9F85-06BE02EAE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B9761B-1483-463C-FF27-FFEB546F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0B3F-DD1E-7642-A1E5-DCBD5AC92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9703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C3228-DE5B-B392-12F2-268CAE438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7037F3-C762-430B-028B-041CBD547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4B4390-B8EC-238A-CD77-A822E88E8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2A5102-0A0A-8D01-3C62-AF4FF70B4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3D72-69AB-064B-A0B8-3C86021E59DC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1B1EBF-F494-F69D-17E3-2B7D6CEAB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D7C92B-FBA4-2B6B-C730-76CA23EB6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0B3F-DD1E-7642-A1E5-DCBD5AC92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2853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47C04-DE7F-12D4-A20F-EFA8BFE83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EBAE3D-BDA8-D46A-4BDA-5736AC6DA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213125-9838-7875-0EF2-7876E097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3D72-69AB-064B-A0B8-3C86021E59DC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C730E7-AA49-A389-BA5E-77C05901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ADE3D0-8847-4B9C-7DA7-F5C40AD5B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0B3F-DD1E-7642-A1E5-DCBD5AC92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2718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5F7D08-9D3C-A40F-0FC8-80C69A7B6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2BB866-8CB1-FF26-37CA-6E17D097D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113DC1-5C55-3E1A-66E9-56306231A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3D72-69AB-064B-A0B8-3C86021E59DC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A23943-A39A-92D3-B601-8E78E21A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EAA4A5-4BA6-7752-0535-1B5A148F2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0B3F-DD1E-7642-A1E5-DCBD5AC92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320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3126A67-8838-2B04-CFA5-BD11CB058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BFF470-2818-712A-EBE6-BD1DC15C6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FD97C3-5753-7940-A9D4-B331FA0A1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F3D72-69AB-064B-A0B8-3C86021E59DC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386C73-ED88-F146-C0E7-CB97338EF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726BC-909B-3938-DBF7-090A8026A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A0B3F-DD1E-7642-A1E5-DCBD5AC92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9519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youtube.com/watch?v=Gj_jnv_B_g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775F7E2-0A93-9714-4AFE-A9362650E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altLang="ko-KR" dirty="0"/>
              <a:t>Final Presentation</a:t>
            </a:r>
            <a:endParaRPr lang="ko-KR" altLang="en-US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C9670A2D-B44A-A22F-7BCD-0ACFD48E3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altLang="ko-KR" dirty="0"/>
              <a:t>Team Silver </a:t>
            </a:r>
            <a:r>
              <a:rPr lang="en-US" altLang="ko-KR" sz="2000" dirty="0"/>
              <a:t>(</a:t>
            </a:r>
            <a:r>
              <a:rPr lang="ko-KR" altLang="en-US" sz="2000" dirty="0"/>
              <a:t>권동연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박범순</a:t>
            </a:r>
            <a:r>
              <a:rPr lang="en-US" altLang="ko-KR" sz="2000" dirty="0"/>
              <a:t>, </a:t>
            </a:r>
            <a:r>
              <a:rPr lang="ko-KR" altLang="en-US" sz="2000" dirty="0"/>
              <a:t>임지훈</a:t>
            </a:r>
            <a:r>
              <a:rPr lang="en-US" altLang="ko-KR" sz="2000" dirty="0"/>
              <a:t>)</a:t>
            </a:r>
            <a:endParaRPr lang="en-US" altLang="ko-KR" dirty="0"/>
          </a:p>
          <a:p>
            <a:r>
              <a:rPr lang="en-US" altLang="ko-KR" dirty="0"/>
              <a:t>CSED332, Fall 2025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3436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3935C-8AF4-6D64-06AC-6488DED60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83D961E4-7732-8E3E-F597-8BD1E9ED494E}"/>
              </a:ext>
            </a:extLst>
          </p:cNvPr>
          <p:cNvSpPr/>
          <p:nvPr/>
        </p:nvSpPr>
        <p:spPr>
          <a:xfrm>
            <a:off x="2853266" y="960435"/>
            <a:ext cx="6493934" cy="2426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1D27FAA-0F27-42BA-B36B-1B71FFEAF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934" y="101599"/>
            <a:ext cx="10651066" cy="774171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/>
              <a:t>The Surgical Team</a:t>
            </a:r>
            <a:endParaRPr lang="ko-KR" altLang="en-US" sz="3600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651DF072-BC8A-EC60-ED0D-AC155E431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55981"/>
            <a:ext cx="9144000" cy="2307696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Chief </a:t>
            </a:r>
            <a:r>
              <a:rPr lang="ko-KR" altLang="en-US" b="1" dirty="0">
                <a:solidFill>
                  <a:schemeClr val="bg1"/>
                </a:solidFill>
              </a:rPr>
              <a:t>임지훈</a:t>
            </a:r>
            <a:r>
              <a:rPr lang="en-US" altLang="ko-KR" b="1" dirty="0">
                <a:solidFill>
                  <a:schemeClr val="bg1"/>
                </a:solidFill>
              </a:rPr>
              <a:t> with Claude AI</a:t>
            </a:r>
          </a:p>
          <a:p>
            <a:r>
              <a:rPr lang="en-US" altLang="ko-KR" b="1" dirty="0">
                <a:solidFill>
                  <a:schemeClr val="bg1"/>
                </a:solidFill>
              </a:rPr>
              <a:t>|</a:t>
            </a:r>
          </a:p>
          <a:p>
            <a:r>
              <a:rPr lang="en-US" altLang="ko-KR" b="1" dirty="0">
                <a:solidFill>
                  <a:schemeClr val="bg1"/>
                </a:solidFill>
              </a:rPr>
              <a:t>Co-surgeon </a:t>
            </a:r>
            <a:r>
              <a:rPr lang="ko-KR" altLang="en-US" b="1" dirty="0">
                <a:solidFill>
                  <a:schemeClr val="bg1"/>
                </a:solidFill>
              </a:rPr>
              <a:t>박범순</a:t>
            </a:r>
            <a:r>
              <a:rPr lang="en-US" altLang="ko-KR" b="1" dirty="0">
                <a:solidFill>
                  <a:schemeClr val="bg1"/>
                </a:solidFill>
              </a:rPr>
              <a:t> with Cursor AI,</a:t>
            </a:r>
          </a:p>
          <a:p>
            <a:r>
              <a:rPr lang="en-US" altLang="ko-KR" b="1" dirty="0">
                <a:solidFill>
                  <a:schemeClr val="bg1"/>
                </a:solidFill>
              </a:rPr>
              <a:t>Co-surgeon </a:t>
            </a:r>
            <a:r>
              <a:rPr lang="ko-KR" altLang="en-US" b="1" dirty="0" err="1">
                <a:solidFill>
                  <a:schemeClr val="bg1"/>
                </a:solidFill>
              </a:rPr>
              <a:t>권동연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" name="부제목 2">
            <a:extLst>
              <a:ext uri="{FF2B5EF4-FFF2-40B4-BE49-F238E27FC236}">
                <a16:creationId xmlns:a16="http://schemas.microsoft.com/office/drawing/2014/main" id="{7DACBBD6-7D46-47E5-70D7-BCFAB68FC3BA}"/>
              </a:ext>
            </a:extLst>
          </p:cNvPr>
          <p:cNvSpPr txBox="1">
            <a:spLocks/>
          </p:cNvSpPr>
          <p:nvPr/>
        </p:nvSpPr>
        <p:spPr>
          <a:xfrm>
            <a:off x="3115734" y="3589869"/>
            <a:ext cx="8117417" cy="8576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/>
              <a:t>Real-time</a:t>
            </a:r>
            <a:r>
              <a:rPr lang="ko-KR" altLang="en-US" dirty="0"/>
              <a:t> </a:t>
            </a:r>
            <a:r>
              <a:rPr lang="en-US" altLang="ko-KR" dirty="0"/>
              <a:t>Communication</a:t>
            </a:r>
          </a:p>
          <a:p>
            <a:pPr algn="l"/>
            <a:r>
              <a:rPr lang="en-US" altLang="ko-KR" dirty="0"/>
              <a:t>(</a:t>
            </a:r>
            <a:r>
              <a:rPr lang="ko-KR" altLang="en-US" dirty="0"/>
              <a:t>일정 조율</a:t>
            </a:r>
            <a:r>
              <a:rPr lang="en-US" altLang="ko-KR" dirty="0"/>
              <a:t>,</a:t>
            </a:r>
            <a:r>
              <a:rPr lang="ko-KR" altLang="en-US" dirty="0"/>
              <a:t> 테스트 실패 내용</a:t>
            </a:r>
            <a:r>
              <a:rPr lang="en-US" altLang="ko-KR" dirty="0"/>
              <a:t>,</a:t>
            </a:r>
            <a:r>
              <a:rPr lang="ko-KR" altLang="en-US" dirty="0"/>
              <a:t> 클러스터 접속 등</a:t>
            </a:r>
            <a:r>
              <a:rPr lang="en-US" altLang="ko-KR" dirty="0"/>
              <a:t>)</a:t>
            </a:r>
          </a:p>
          <a:p>
            <a:pPr algn="l"/>
            <a:endParaRPr lang="ko-KR" altLang="en-US" dirty="0"/>
          </a:p>
        </p:txBody>
      </p:sp>
      <p:pic>
        <p:nvPicPr>
          <p:cNvPr id="1026" name="Picture 2" descr="카카오톡 - 나무위키">
            <a:extLst>
              <a:ext uri="{FF2B5EF4-FFF2-40B4-BE49-F238E27FC236}">
                <a16:creationId xmlns:a16="http://schemas.microsoft.com/office/drawing/2014/main" id="{4AD06154-A1FD-96E1-15B2-8F5CDD75C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183" y="3503082"/>
            <a:ext cx="954617" cy="954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DADC237B-8D36-FFDA-7AA4-F5D11DEF35E5}"/>
              </a:ext>
            </a:extLst>
          </p:cNvPr>
          <p:cNvSpPr txBox="1">
            <a:spLocks/>
          </p:cNvSpPr>
          <p:nvPr/>
        </p:nvSpPr>
        <p:spPr>
          <a:xfrm>
            <a:off x="3115733" y="4669230"/>
            <a:ext cx="8117417" cy="990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/>
              <a:t>Meeting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" altLang="ko-KR" dirty="0"/>
              <a:t>Once a week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 algn="l"/>
            <a:r>
              <a:rPr lang="en-US" altLang="ko-KR" dirty="0"/>
              <a:t>(</a:t>
            </a:r>
            <a:r>
              <a:rPr lang="ko-KR" altLang="en-US" dirty="0"/>
              <a:t>진행상황 체크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week</a:t>
            </a:r>
            <a:r>
              <a:rPr lang="ko-KR" altLang="en-US" dirty="0"/>
              <a:t>별 계획 수립</a:t>
            </a:r>
            <a:r>
              <a:rPr lang="en-US" altLang="ko-KR" dirty="0"/>
              <a:t>,</a:t>
            </a:r>
            <a:r>
              <a:rPr lang="ko-KR" altLang="en-US" dirty="0"/>
              <a:t> 역할 분배 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028" name="Picture 4" descr="비즈니스 미팅 - 무료 사업개 아이콘">
            <a:extLst>
              <a:ext uri="{FF2B5EF4-FFF2-40B4-BE49-F238E27FC236}">
                <a16:creationId xmlns:a16="http://schemas.microsoft.com/office/drawing/2014/main" id="{E5C13F7F-D86D-D760-08F9-260D165EA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649" y="4671615"/>
            <a:ext cx="954617" cy="954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로고 - 무료 소셜 미디어개 아이콘">
            <a:extLst>
              <a:ext uri="{FF2B5EF4-FFF2-40B4-BE49-F238E27FC236}">
                <a16:creationId xmlns:a16="http://schemas.microsoft.com/office/drawing/2014/main" id="{80FD19B0-8C0B-4302-6DA7-B89040C3C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649" y="5810778"/>
            <a:ext cx="954617" cy="954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D4935007-8850-891B-9B74-99FE45C1E827}"/>
              </a:ext>
            </a:extLst>
          </p:cNvPr>
          <p:cNvSpPr txBox="1">
            <a:spLocks/>
          </p:cNvSpPr>
          <p:nvPr/>
        </p:nvSpPr>
        <p:spPr>
          <a:xfrm>
            <a:off x="3115732" y="5791602"/>
            <a:ext cx="8117417" cy="990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/>
              <a:t>Context</a:t>
            </a:r>
            <a:r>
              <a:rPr lang="ko-KR" altLang="en-US" dirty="0"/>
              <a:t> </a:t>
            </a:r>
            <a:endParaRPr lang="en-US" altLang="ko-KR" dirty="0"/>
          </a:p>
          <a:p>
            <a:pPr algn="l"/>
            <a:r>
              <a:rPr lang="en-US" altLang="ko-KR" dirty="0"/>
              <a:t>(md </a:t>
            </a:r>
            <a:r>
              <a:rPr lang="ko-KR" altLang="en-US" dirty="0"/>
              <a:t>파일로 맥락 기록</a:t>
            </a:r>
            <a:r>
              <a:rPr lang="en-US" altLang="ko-KR" dirty="0"/>
              <a:t>,</a:t>
            </a:r>
            <a:r>
              <a:rPr lang="ko-KR" altLang="en-US" dirty="0"/>
              <a:t> 진행상황 관리 등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1561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A1CB7-8D24-AD6E-7A44-648FF8812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8010240-9D8A-21BD-FAE7-A4A14EE0A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934" y="101599"/>
            <a:ext cx="10651066" cy="774171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/>
              <a:t>Commands for running master/workers</a:t>
            </a:r>
            <a:endParaRPr lang="ko-KR" altLang="en-US" sz="3600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1A4C5233-C81C-1AFE-DCA9-4440C453D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934" y="1048255"/>
            <a:ext cx="7258493" cy="1668491"/>
          </a:xfrm>
        </p:spPr>
        <p:txBody>
          <a:bodyPr>
            <a:normAutofit/>
          </a:bodyPr>
          <a:lstStyle/>
          <a:p>
            <a:pPr algn="l"/>
            <a:r>
              <a:rPr lang="en-US" altLang="ko-KR" sz="1800" dirty="0"/>
              <a:t>1.</a:t>
            </a:r>
            <a:r>
              <a:rPr lang="ko-KR" altLang="en-US" sz="1800" dirty="0"/>
              <a:t> </a:t>
            </a:r>
            <a:r>
              <a:rPr lang="en-US" altLang="ko-KR" sz="1800" dirty="0"/>
              <a:t>master</a:t>
            </a:r>
            <a:r>
              <a:rPr lang="ko-KR" altLang="en-US" sz="1800" dirty="0"/>
              <a:t> </a:t>
            </a:r>
            <a:r>
              <a:rPr lang="en-US" altLang="ko-KR" sz="1800" dirty="0"/>
              <a:t>+</a:t>
            </a:r>
            <a:r>
              <a:rPr lang="ko-KR" altLang="en-US" sz="1800" dirty="0"/>
              <a:t> </a:t>
            </a:r>
            <a:r>
              <a:rPr lang="en-US" altLang="ko-KR" sz="1800" dirty="0"/>
              <a:t>worker n</a:t>
            </a:r>
            <a:r>
              <a:rPr lang="ko-KR" altLang="en-US" sz="1800" dirty="0"/>
              <a:t>개 만큼 터미널을 준비 및 서버 접속</a:t>
            </a:r>
            <a:br>
              <a:rPr lang="en-US" altLang="ko-KR" sz="1800" dirty="0"/>
            </a:br>
            <a:r>
              <a:rPr lang="en-US" altLang="ko-KR" sz="1800" dirty="0"/>
              <a:t>-</a:t>
            </a:r>
            <a:r>
              <a:rPr lang="ko-KR" altLang="en-US" sz="1800" dirty="0"/>
              <a:t> </a:t>
            </a:r>
            <a:r>
              <a:rPr lang="en-US" altLang="ko-KR" sz="1800" dirty="0"/>
              <a:t>worker</a:t>
            </a:r>
            <a:r>
              <a:rPr lang="ko-KR" altLang="en-US" sz="1800" dirty="0"/>
              <a:t>의 </a:t>
            </a:r>
            <a:r>
              <a:rPr lang="en-US" altLang="ko-KR" sz="1800" dirty="0"/>
              <a:t>port</a:t>
            </a:r>
            <a:r>
              <a:rPr lang="ko-KR" altLang="en-US" sz="1800" dirty="0"/>
              <a:t>번호를 다르게 구성 </a:t>
            </a:r>
            <a:r>
              <a:rPr lang="en-US" altLang="ko-KR" sz="1800" dirty="0"/>
              <a:t>101,</a:t>
            </a:r>
            <a:r>
              <a:rPr lang="ko-KR" altLang="en-US" sz="1800" dirty="0"/>
              <a:t> </a:t>
            </a:r>
            <a:r>
              <a:rPr lang="en-US" altLang="ko-KR" sz="1800" dirty="0"/>
              <a:t>102,</a:t>
            </a:r>
            <a:r>
              <a:rPr lang="ko-KR" altLang="en-US" sz="1800" dirty="0"/>
              <a:t> </a:t>
            </a:r>
            <a:r>
              <a:rPr lang="en-US" altLang="ko-KR" sz="1800" dirty="0"/>
              <a:t>…</a:t>
            </a:r>
            <a:endParaRPr lang="ko-KR" altLang="en-US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D7F43F9-FBE6-4235-73F8-06E76EDD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3" y="1634223"/>
            <a:ext cx="2860886" cy="73007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7F6A8F9-F417-A0A6-03A5-59C03C0B3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274" y="1626776"/>
            <a:ext cx="3588766" cy="1237792"/>
          </a:xfrm>
          <a:prstGeom prst="rect">
            <a:avLst/>
          </a:prstGeom>
        </p:spPr>
      </p:pic>
      <p:sp>
        <p:nvSpPr>
          <p:cNvPr id="6" name="부제목 2">
            <a:extLst>
              <a:ext uri="{FF2B5EF4-FFF2-40B4-BE49-F238E27FC236}">
                <a16:creationId xmlns:a16="http://schemas.microsoft.com/office/drawing/2014/main" id="{96E03F2E-D5F5-60CB-D950-8B3953A93CDF}"/>
              </a:ext>
            </a:extLst>
          </p:cNvPr>
          <p:cNvSpPr txBox="1">
            <a:spLocks/>
          </p:cNvSpPr>
          <p:nvPr/>
        </p:nvSpPr>
        <p:spPr>
          <a:xfrm>
            <a:off x="270934" y="2884566"/>
            <a:ext cx="7258493" cy="355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/>
              <a:t>2.</a:t>
            </a:r>
            <a:r>
              <a:rPr lang="ko-KR" altLang="en-US" sz="1800" dirty="0"/>
              <a:t> </a:t>
            </a:r>
            <a:r>
              <a:rPr lang="en-US" altLang="ko-KR" sz="1800" dirty="0"/>
              <a:t>master</a:t>
            </a:r>
            <a:r>
              <a:rPr lang="ko-KR" altLang="en-US" sz="1800" dirty="0"/>
              <a:t>에서 빌드 실행</a:t>
            </a:r>
            <a:endParaRPr lang="en-US" altLang="ko-KR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E0AF85-B8B4-9D1D-E1A0-E1FB8045D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34" y="3257174"/>
            <a:ext cx="3597746" cy="978661"/>
          </a:xfrm>
          <a:prstGeom prst="rect">
            <a:avLst/>
          </a:prstGeom>
        </p:spPr>
      </p:pic>
      <p:sp>
        <p:nvSpPr>
          <p:cNvPr id="8" name="부제목 2">
            <a:extLst>
              <a:ext uri="{FF2B5EF4-FFF2-40B4-BE49-F238E27FC236}">
                <a16:creationId xmlns:a16="http://schemas.microsoft.com/office/drawing/2014/main" id="{CF401BF0-EDFE-DD1D-3C93-6114DD1DE795}"/>
              </a:ext>
            </a:extLst>
          </p:cNvPr>
          <p:cNvSpPr txBox="1">
            <a:spLocks/>
          </p:cNvSpPr>
          <p:nvPr/>
        </p:nvSpPr>
        <p:spPr>
          <a:xfrm>
            <a:off x="270933" y="5039554"/>
            <a:ext cx="7258493" cy="355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/>
              <a:t>3.</a:t>
            </a:r>
            <a:r>
              <a:rPr lang="ko-KR" altLang="en-US" sz="1800" dirty="0"/>
              <a:t> </a:t>
            </a:r>
            <a:r>
              <a:rPr lang="en-US" altLang="ko-KR" sz="1800" dirty="0"/>
              <a:t>master</a:t>
            </a:r>
            <a:r>
              <a:rPr lang="ko-KR" altLang="en-US" sz="1800" dirty="0"/>
              <a:t>에서 </a:t>
            </a:r>
            <a:r>
              <a:rPr lang="en-US" altLang="ko-KR" sz="1800" dirty="0"/>
              <a:t>worker</a:t>
            </a:r>
            <a:r>
              <a:rPr lang="ko-KR" altLang="en-US" sz="1800" dirty="0" err="1"/>
              <a:t>에</a:t>
            </a:r>
            <a:r>
              <a:rPr lang="ko-KR" altLang="en-US" sz="1800" dirty="0"/>
              <a:t> 실행파일 전송</a:t>
            </a:r>
            <a:endParaRPr lang="en-US" altLang="ko-KR" sz="1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6C781AD-CD30-6947-A433-E6313027C2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933" y="5434574"/>
            <a:ext cx="5276427" cy="1074828"/>
          </a:xfrm>
          <a:prstGeom prst="rect">
            <a:avLst/>
          </a:prstGeom>
        </p:spPr>
      </p:pic>
      <p:sp>
        <p:nvSpPr>
          <p:cNvPr id="10" name="부제목 2">
            <a:extLst>
              <a:ext uri="{FF2B5EF4-FFF2-40B4-BE49-F238E27FC236}">
                <a16:creationId xmlns:a16="http://schemas.microsoft.com/office/drawing/2014/main" id="{69CFC3DA-3FC0-744E-C0B9-12AC90527BCA}"/>
              </a:ext>
            </a:extLst>
          </p:cNvPr>
          <p:cNvSpPr txBox="1">
            <a:spLocks/>
          </p:cNvSpPr>
          <p:nvPr/>
        </p:nvSpPr>
        <p:spPr>
          <a:xfrm>
            <a:off x="6385892" y="2889586"/>
            <a:ext cx="5407583" cy="938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/>
              <a:t>4.</a:t>
            </a:r>
            <a:r>
              <a:rPr lang="ko-KR" altLang="en-US" sz="1800" dirty="0"/>
              <a:t> </a:t>
            </a:r>
            <a:r>
              <a:rPr lang="en-US" altLang="ko-KR" sz="1800" dirty="0"/>
              <a:t>master</a:t>
            </a:r>
            <a:r>
              <a:rPr lang="ko-KR" altLang="en-US" sz="1800" dirty="0"/>
              <a:t> 및 </a:t>
            </a:r>
            <a:r>
              <a:rPr lang="en-US" altLang="ko-KR" sz="1800" dirty="0"/>
              <a:t>worker </a:t>
            </a:r>
            <a:r>
              <a:rPr lang="ko-KR" altLang="en-US" sz="1800" dirty="0"/>
              <a:t>실행</a:t>
            </a:r>
            <a:br>
              <a:rPr lang="en-US" altLang="ko-KR" sz="1800" dirty="0"/>
            </a:br>
            <a:r>
              <a:rPr lang="en-US" altLang="ko-KR" sz="1800" dirty="0"/>
              <a:t>- </a:t>
            </a:r>
            <a:r>
              <a:rPr lang="ko-KR" altLang="en-US" sz="1800" dirty="0"/>
              <a:t>각 </a:t>
            </a:r>
            <a:r>
              <a:rPr lang="en-US" altLang="ko-KR" sz="1800" dirty="0"/>
              <a:t>worker</a:t>
            </a:r>
            <a:r>
              <a:rPr lang="ko-KR" altLang="en-US" sz="1800" dirty="0"/>
              <a:t> 터미널에서 서로 다른 </a:t>
            </a:r>
            <a:r>
              <a:rPr lang="en-US" altLang="ko-KR" sz="1800" dirty="0"/>
              <a:t>port</a:t>
            </a:r>
            <a:r>
              <a:rPr lang="ko-KR" altLang="en-US" sz="1800" dirty="0"/>
              <a:t> 사용 </a:t>
            </a:r>
            <a:endParaRPr lang="en-US" altLang="ko-KR" sz="18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6BF3F71-30E8-81D6-F5EC-E0F3ECDF9D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095" y="3520283"/>
            <a:ext cx="1796215" cy="677519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0BAC9FFD-FFFE-5F38-2CE8-80F641875028}"/>
              </a:ext>
            </a:extLst>
          </p:cNvPr>
          <p:cNvGrpSpPr/>
          <p:nvPr/>
        </p:nvGrpSpPr>
        <p:grpSpPr>
          <a:xfrm>
            <a:off x="6415148" y="4268644"/>
            <a:ext cx="5593752" cy="352695"/>
            <a:chOff x="6542738" y="4480054"/>
            <a:chExt cx="5593752" cy="352695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AFBAF5D-1DC9-0346-8D3C-525789F86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33526"/>
            <a:stretch>
              <a:fillRect/>
            </a:stretch>
          </p:blipFill>
          <p:spPr>
            <a:xfrm>
              <a:off x="6542738" y="4482248"/>
              <a:ext cx="3517228" cy="350501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9D60A1C-D443-0813-D2FD-052371D60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042789" y="4480054"/>
              <a:ext cx="2093701" cy="348029"/>
            </a:xfrm>
            <a:prstGeom prst="rect">
              <a:avLst/>
            </a:prstGeom>
          </p:spPr>
        </p:pic>
      </p:grpSp>
      <p:sp>
        <p:nvSpPr>
          <p:cNvPr id="16" name="부제목 2">
            <a:extLst>
              <a:ext uri="{FF2B5EF4-FFF2-40B4-BE49-F238E27FC236}">
                <a16:creationId xmlns:a16="http://schemas.microsoft.com/office/drawing/2014/main" id="{BD651F8E-2CBB-5069-CB41-C7523043A606}"/>
              </a:ext>
            </a:extLst>
          </p:cNvPr>
          <p:cNvSpPr txBox="1">
            <a:spLocks/>
          </p:cNvSpPr>
          <p:nvPr/>
        </p:nvSpPr>
        <p:spPr>
          <a:xfrm>
            <a:off x="6351335" y="5041431"/>
            <a:ext cx="5623009" cy="521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/>
              <a:t>5.</a:t>
            </a:r>
            <a:r>
              <a:rPr lang="ko-KR" altLang="en-US" sz="1800" dirty="0"/>
              <a:t> 각 </a:t>
            </a:r>
            <a:r>
              <a:rPr lang="en-US" altLang="ko-KR" sz="1800" dirty="0"/>
              <a:t>output </a:t>
            </a:r>
            <a:r>
              <a:rPr lang="ko-KR" altLang="en-US" sz="1800" dirty="0"/>
              <a:t>디렉토리에서 결과 검증 스크립트</a:t>
            </a:r>
            <a:endParaRPr lang="en-US" altLang="ko-KR" sz="18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3A2B326-759E-9196-9AB9-3A72A8543C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5892" y="5409735"/>
            <a:ext cx="4484167" cy="59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117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44E3E-EA81-C00A-1F2F-0B877704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5DE5AB6-79D4-6145-3A69-3E6BA41C3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933" y="101599"/>
            <a:ext cx="11125199" cy="774171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/>
              <a:t>Experimental results using /dataset/large</a:t>
            </a: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3124FD4E-42B5-4E70-4661-B95EEB53D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932" y="1050117"/>
            <a:ext cx="9915059" cy="2033325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master +</a:t>
            </a:r>
            <a:r>
              <a:rPr lang="ko-KR" altLang="en-US" dirty="0"/>
              <a:t> </a:t>
            </a:r>
            <a:r>
              <a:rPr lang="en-US" altLang="ko-KR" dirty="0"/>
              <a:t>worker 3</a:t>
            </a:r>
            <a:r>
              <a:rPr lang="ko-KR" altLang="en-US" dirty="0"/>
              <a:t>개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large dataset -&gt; execution time</a:t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demo link: </a:t>
            </a:r>
            <a:r>
              <a:rPr lang="en-US" altLang="ko-KR" dirty="0">
                <a:hlinkClick r:id="rId2"/>
              </a:rPr>
              <a:t>https://www.youtube.com/watch?v=Gj_jnv_B_gM</a:t>
            </a:r>
            <a:endParaRPr lang="en-US" altLang="ko-KR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6100604-24EF-2125-AA2D-011238258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33" y="1936986"/>
            <a:ext cx="10364646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985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594DF-1BC1-0F91-8060-8911C6595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4299D20-2F8C-922B-09E8-94F81F7E6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933" y="101599"/>
            <a:ext cx="11125199" cy="774171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/>
              <a:t>Experimental results using /dataset/large</a:t>
            </a: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A21248CF-2C2B-BE1A-0FBD-4A40C0CF9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933" y="990222"/>
            <a:ext cx="7960242" cy="504099"/>
          </a:xfrm>
        </p:spPr>
        <p:txBody>
          <a:bodyPr>
            <a:normAutofit/>
          </a:bodyPr>
          <a:lstStyle/>
          <a:p>
            <a:pPr algn="l"/>
            <a:r>
              <a:rPr lang="en-US" altLang="ko-KR" sz="2000" dirty="0"/>
              <a:t>worker 0 </a:t>
            </a:r>
            <a:r>
              <a:rPr lang="ko-KR" altLang="en-US" sz="2000" dirty="0"/>
              <a:t>터미널</a:t>
            </a:r>
            <a:r>
              <a:rPr lang="en-US" altLang="ko-KR" sz="2000" dirty="0"/>
              <a:t> with </a:t>
            </a:r>
            <a:r>
              <a:rPr lang="en-US" altLang="ko-KR" sz="2000" dirty="0" err="1"/>
              <a:t>valsort</a:t>
            </a:r>
            <a:r>
              <a:rPr lang="ko-KR" altLang="en-US" sz="2000" dirty="0"/>
              <a:t> 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E413B36-FB77-071D-A669-E65C49EED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8" y="1372493"/>
            <a:ext cx="5857646" cy="201397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4625984-FD87-E81D-73FC-36128150F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374" y="1372493"/>
            <a:ext cx="5900653" cy="1845250"/>
          </a:xfrm>
          <a:prstGeom prst="rect">
            <a:avLst/>
          </a:prstGeom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0C0F3346-E4AE-8805-968E-4AFD96F598E7}"/>
              </a:ext>
            </a:extLst>
          </p:cNvPr>
          <p:cNvSpPr txBox="1">
            <a:spLocks/>
          </p:cNvSpPr>
          <p:nvPr/>
        </p:nvSpPr>
        <p:spPr>
          <a:xfrm>
            <a:off x="6192374" y="990221"/>
            <a:ext cx="7960242" cy="504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2000" dirty="0"/>
              <a:t>worker 1 </a:t>
            </a:r>
            <a:r>
              <a:rPr lang="ko-KR" altLang="en-US" sz="2000" dirty="0"/>
              <a:t>터미널 </a:t>
            </a:r>
            <a:r>
              <a:rPr lang="en-US" altLang="ko-KR" sz="2000" dirty="0"/>
              <a:t>with </a:t>
            </a:r>
            <a:r>
              <a:rPr lang="en-US" altLang="ko-KR" sz="2000" dirty="0" err="1"/>
              <a:t>valsort</a:t>
            </a:r>
            <a:r>
              <a:rPr lang="ko-KR" altLang="en-US" sz="2000" dirty="0"/>
              <a:t> 결과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368F9519-AD49-3EFE-303B-335B72EF8301}"/>
              </a:ext>
            </a:extLst>
          </p:cNvPr>
          <p:cNvSpPr txBox="1">
            <a:spLocks/>
          </p:cNvSpPr>
          <p:nvPr/>
        </p:nvSpPr>
        <p:spPr>
          <a:xfrm>
            <a:off x="162768" y="3495426"/>
            <a:ext cx="5217306" cy="450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2000" dirty="0"/>
              <a:t>worker 2 </a:t>
            </a:r>
            <a:r>
              <a:rPr lang="ko-KR" altLang="en-US" sz="2000" dirty="0"/>
              <a:t>터미널 </a:t>
            </a:r>
            <a:r>
              <a:rPr lang="en-US" altLang="ko-KR" sz="2000" dirty="0"/>
              <a:t>with </a:t>
            </a:r>
            <a:r>
              <a:rPr lang="en-US" altLang="ko-KR" sz="2000" dirty="0" err="1"/>
              <a:t>valsort</a:t>
            </a:r>
            <a:r>
              <a:rPr lang="ko-KR" altLang="en-US" sz="2000" dirty="0"/>
              <a:t> 결과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B8ED203-F303-D904-5199-37975ED50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8" y="3850670"/>
            <a:ext cx="5965811" cy="205220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167FE64-5FF0-D223-C6A1-AC24B6CF7E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405" y="3844973"/>
            <a:ext cx="3849010" cy="2981294"/>
          </a:xfrm>
          <a:prstGeom prst="rect">
            <a:avLst/>
          </a:prstGeom>
        </p:spPr>
      </p:pic>
      <p:sp>
        <p:nvSpPr>
          <p:cNvPr id="11" name="부제목 2">
            <a:extLst>
              <a:ext uri="{FF2B5EF4-FFF2-40B4-BE49-F238E27FC236}">
                <a16:creationId xmlns:a16="http://schemas.microsoft.com/office/drawing/2014/main" id="{1E19F782-9B99-C334-2EBE-41D47C5A796B}"/>
              </a:ext>
            </a:extLst>
          </p:cNvPr>
          <p:cNvSpPr txBox="1">
            <a:spLocks/>
          </p:cNvSpPr>
          <p:nvPr/>
        </p:nvSpPr>
        <p:spPr>
          <a:xfrm>
            <a:off x="6192374" y="3442264"/>
            <a:ext cx="7960242" cy="504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" altLang="ko-KR" sz="2000" dirty="0"/>
              <a:t>Fault Tolerance </a:t>
            </a:r>
            <a:r>
              <a:rPr lang="ko-KR" altLang="en-US" sz="2000" dirty="0"/>
              <a:t>성공 </a:t>
            </a:r>
            <a:r>
              <a:rPr lang="en-US" altLang="ko-KR" sz="2000" dirty="0"/>
              <a:t>(partition</a:t>
            </a:r>
            <a:r>
              <a:rPr lang="ko-KR" altLang="en-US" sz="2000" dirty="0"/>
              <a:t>도 확인 완료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6717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4B5DF-FEB3-08E2-3828-4A758E558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323B012-B010-3D11-C2C1-65D1AD218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933" y="101599"/>
            <a:ext cx="11531599" cy="774171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/>
              <a:t>Final architecture of your system (master/worker)</a:t>
            </a:r>
            <a:endParaRPr lang="ko-KR" altLang="en-US" sz="3600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8FE739DD-3DFE-0625-BB2D-5BAE18E8B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670" y="892702"/>
            <a:ext cx="3994317" cy="54662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Directory Structure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68CCBBA-7DF0-9526-B483-70DDF4ABCD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5" b="5912"/>
          <a:stretch>
            <a:fillRect/>
          </a:stretch>
        </p:blipFill>
        <p:spPr>
          <a:xfrm>
            <a:off x="406401" y="1303865"/>
            <a:ext cx="3994317" cy="5300133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22130ED1-CF1B-EC01-6116-0C31B431C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720" y="933407"/>
            <a:ext cx="4176013" cy="5907660"/>
          </a:xfrm>
          <a:prstGeom prst="rect">
            <a:avLst/>
          </a:prstGeom>
        </p:spPr>
      </p:pic>
      <p:cxnSp>
        <p:nvCxnSpPr>
          <p:cNvPr id="45" name="꺾인 연결선[E] 44">
            <a:extLst>
              <a:ext uri="{FF2B5EF4-FFF2-40B4-BE49-F238E27FC236}">
                <a16:creationId xmlns:a16="http://schemas.microsoft.com/office/drawing/2014/main" id="{64FBF12A-0D63-640D-4850-1DE577301B53}"/>
              </a:ext>
            </a:extLst>
          </p:cNvPr>
          <p:cNvCxnSpPr>
            <a:cxnSpLocks/>
          </p:cNvCxnSpPr>
          <p:nvPr/>
        </p:nvCxnSpPr>
        <p:spPr>
          <a:xfrm flipV="1">
            <a:off x="3793067" y="2506133"/>
            <a:ext cx="2004653" cy="1371603"/>
          </a:xfrm>
          <a:prstGeom prst="bentConnector3">
            <a:avLst>
              <a:gd name="adj1" fmla="val 626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[E] 50">
            <a:extLst>
              <a:ext uri="{FF2B5EF4-FFF2-40B4-BE49-F238E27FC236}">
                <a16:creationId xmlns:a16="http://schemas.microsoft.com/office/drawing/2014/main" id="{587B7BE5-5354-3594-423C-C8A26ED8A622}"/>
              </a:ext>
            </a:extLst>
          </p:cNvPr>
          <p:cNvCxnSpPr>
            <a:cxnSpLocks/>
          </p:cNvCxnSpPr>
          <p:nvPr/>
        </p:nvCxnSpPr>
        <p:spPr>
          <a:xfrm flipV="1">
            <a:off x="3776134" y="1729051"/>
            <a:ext cx="2021586" cy="19200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[E] 66">
            <a:extLst>
              <a:ext uri="{FF2B5EF4-FFF2-40B4-BE49-F238E27FC236}">
                <a16:creationId xmlns:a16="http://schemas.microsoft.com/office/drawing/2014/main" id="{43C47517-D9EF-640A-7ED1-1B0E730C7EDB}"/>
              </a:ext>
            </a:extLst>
          </p:cNvPr>
          <p:cNvCxnSpPr>
            <a:cxnSpLocks/>
          </p:cNvCxnSpPr>
          <p:nvPr/>
        </p:nvCxnSpPr>
        <p:spPr>
          <a:xfrm flipV="1">
            <a:off x="3793067" y="4288899"/>
            <a:ext cx="2004653" cy="1645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[E] 70">
            <a:extLst>
              <a:ext uri="{FF2B5EF4-FFF2-40B4-BE49-F238E27FC236}">
                <a16:creationId xmlns:a16="http://schemas.microsoft.com/office/drawing/2014/main" id="{16C67A22-12CD-7763-E539-85CAEF4160C8}"/>
              </a:ext>
            </a:extLst>
          </p:cNvPr>
          <p:cNvCxnSpPr>
            <a:cxnSpLocks/>
          </p:cNvCxnSpPr>
          <p:nvPr/>
        </p:nvCxnSpPr>
        <p:spPr>
          <a:xfrm>
            <a:off x="3793067" y="4654818"/>
            <a:ext cx="2004653" cy="2098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774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2833D-CC9D-4902-8E4E-75968628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465D244-6288-E6DA-B353-B53A86317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933" y="101599"/>
            <a:ext cx="11531599" cy="774171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/>
              <a:t>Final architecture of your system (master/worker)</a:t>
            </a:r>
            <a:endParaRPr lang="ko-KR" altLang="en-US" sz="3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DF9EED-A056-5630-8B13-8FC851CFC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70" y="1340494"/>
            <a:ext cx="4896860" cy="3426883"/>
          </a:xfrm>
          <a:prstGeom prst="rect">
            <a:avLst/>
          </a:prstGeom>
        </p:spPr>
      </p:pic>
      <p:sp>
        <p:nvSpPr>
          <p:cNvPr id="6" name="부제목 2">
            <a:extLst>
              <a:ext uri="{FF2B5EF4-FFF2-40B4-BE49-F238E27FC236}">
                <a16:creationId xmlns:a16="http://schemas.microsoft.com/office/drawing/2014/main" id="{662BC93B-C56B-63D3-3A2F-9DBD9BC64E0A}"/>
              </a:ext>
            </a:extLst>
          </p:cNvPr>
          <p:cNvSpPr txBox="1">
            <a:spLocks/>
          </p:cNvSpPr>
          <p:nvPr/>
        </p:nvSpPr>
        <p:spPr>
          <a:xfrm>
            <a:off x="270933" y="4890972"/>
            <a:ext cx="4896860" cy="1670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 err="1"/>
              <a:t>Master.scala</a:t>
            </a:r>
            <a:endParaRPr lang="en-US" altLang="ko-KR" dirty="0"/>
          </a:p>
          <a:p>
            <a:pPr algn="l"/>
            <a:r>
              <a:rPr lang="en-US" altLang="ko-KR" sz="2000" dirty="0"/>
              <a:t>- </a:t>
            </a:r>
            <a:r>
              <a:rPr lang="en-US" altLang="ko-KR" sz="2000" dirty="0" err="1"/>
              <a:t>gRPC</a:t>
            </a:r>
            <a:r>
              <a:rPr lang="en-US" altLang="ko-KR" sz="2000" dirty="0"/>
              <a:t> </a:t>
            </a:r>
            <a:r>
              <a:rPr lang="ko-KR" altLang="en-US" sz="2000" dirty="0"/>
              <a:t>서버 시작 </a:t>
            </a:r>
            <a:r>
              <a:rPr lang="en-US" altLang="ko-KR" sz="2000" dirty="0"/>
              <a:t>(</a:t>
            </a:r>
            <a:r>
              <a:rPr lang="ko-KR" altLang="en-US" sz="2000" dirty="0"/>
              <a:t>동적 포트 할당</a:t>
            </a:r>
            <a:r>
              <a:rPr lang="en-US" altLang="ko-KR" sz="2000" dirty="0"/>
              <a:t>)</a:t>
            </a:r>
          </a:p>
          <a:p>
            <a:pPr algn="l"/>
            <a:r>
              <a:rPr lang="en-US" altLang="ko-KR" sz="2000" dirty="0"/>
              <a:t>- </a:t>
            </a:r>
            <a:r>
              <a:rPr lang="ko-KR" altLang="en-US" sz="2000" dirty="0"/>
              <a:t>전체 </a:t>
            </a:r>
            <a:r>
              <a:rPr lang="en-US" altLang="ko-KR" sz="2000" dirty="0"/>
              <a:t>Workflow </a:t>
            </a:r>
            <a:r>
              <a:rPr lang="ko-KR" altLang="en-US" sz="2000" dirty="0"/>
              <a:t>실행</a:t>
            </a:r>
          </a:p>
          <a:p>
            <a:pPr algn="l"/>
            <a:r>
              <a:rPr lang="en-US" altLang="ko-KR" sz="2000" dirty="0"/>
              <a:t>- </a:t>
            </a:r>
            <a:r>
              <a:rPr lang="en-US" altLang="ko-KR" sz="2000" dirty="0" err="1"/>
              <a:t>MasterService</a:t>
            </a:r>
            <a:r>
              <a:rPr lang="ko-KR" altLang="en-US" sz="2000" dirty="0"/>
              <a:t>와 통신</a:t>
            </a:r>
          </a:p>
        </p:txBody>
      </p:sp>
      <p:sp>
        <p:nvSpPr>
          <p:cNvPr id="13" name="부제목 2">
            <a:extLst>
              <a:ext uri="{FF2B5EF4-FFF2-40B4-BE49-F238E27FC236}">
                <a16:creationId xmlns:a16="http://schemas.microsoft.com/office/drawing/2014/main" id="{B529B17D-6D54-36E6-066B-A25FDCD5E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670" y="892702"/>
            <a:ext cx="3994317" cy="54662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 err="1"/>
              <a:t>MasterService.scala</a:t>
            </a:r>
            <a:endParaRPr lang="ko-KR" altLang="en-US" dirty="0"/>
          </a:p>
        </p:txBody>
      </p:sp>
      <p:sp>
        <p:nvSpPr>
          <p:cNvPr id="2" name="부제목 2">
            <a:extLst>
              <a:ext uri="{FF2B5EF4-FFF2-40B4-BE49-F238E27FC236}">
                <a16:creationId xmlns:a16="http://schemas.microsoft.com/office/drawing/2014/main" id="{A42BCD49-02C2-AEE0-8684-831515FDA687}"/>
              </a:ext>
            </a:extLst>
          </p:cNvPr>
          <p:cNvSpPr txBox="1">
            <a:spLocks/>
          </p:cNvSpPr>
          <p:nvPr/>
        </p:nvSpPr>
        <p:spPr>
          <a:xfrm>
            <a:off x="5706534" y="892702"/>
            <a:ext cx="3994317" cy="546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/>
              <a:t>Worker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9BCE8F-C8ED-C9CB-6787-C4FDCCD85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534" y="1340494"/>
            <a:ext cx="4896860" cy="3403689"/>
          </a:xfrm>
          <a:prstGeom prst="rect">
            <a:avLst/>
          </a:prstGeom>
        </p:spPr>
      </p:pic>
      <p:sp>
        <p:nvSpPr>
          <p:cNvPr id="10" name="부제목 2">
            <a:extLst>
              <a:ext uri="{FF2B5EF4-FFF2-40B4-BE49-F238E27FC236}">
                <a16:creationId xmlns:a16="http://schemas.microsoft.com/office/drawing/2014/main" id="{699A737C-C6D5-A84E-C142-A4AD065C5CD3}"/>
              </a:ext>
            </a:extLst>
          </p:cNvPr>
          <p:cNvSpPr txBox="1">
            <a:spLocks/>
          </p:cNvSpPr>
          <p:nvPr/>
        </p:nvSpPr>
        <p:spPr>
          <a:xfrm>
            <a:off x="5706533" y="4890972"/>
            <a:ext cx="6485467" cy="1670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 err="1"/>
              <a:t>WorkerService.scala</a:t>
            </a:r>
            <a:endParaRPr lang="en-US" altLang="ko-KR" dirty="0"/>
          </a:p>
          <a:p>
            <a:pPr algn="l"/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en-US" altLang="ko-KR" sz="2000" dirty="0"/>
              <a:t>Master</a:t>
            </a:r>
            <a:r>
              <a:rPr lang="ko-KR" altLang="en-US" sz="2000" dirty="0"/>
              <a:t>로부터 파티션 경계 및 </a:t>
            </a:r>
            <a:r>
              <a:rPr lang="en-US" altLang="ko-KR" sz="2000" dirty="0"/>
              <a:t>Shuffle Map </a:t>
            </a:r>
            <a:r>
              <a:rPr lang="ko-KR" altLang="en-US" sz="2000" dirty="0"/>
              <a:t>수신</a:t>
            </a:r>
            <a:endParaRPr lang="en-US" altLang="ko-KR" sz="2000" dirty="0"/>
          </a:p>
          <a:p>
            <a:pPr algn="l"/>
            <a:r>
              <a:rPr lang="en-US" altLang="ko-KR" sz="2000" dirty="0"/>
              <a:t>-</a:t>
            </a:r>
            <a:r>
              <a:rPr lang="ko-KR" altLang="en-US" sz="2000" dirty="0"/>
              <a:t> 다른 </a:t>
            </a:r>
            <a:r>
              <a:rPr lang="en-US" altLang="ko-KR" sz="2000" dirty="0"/>
              <a:t>Worker</a:t>
            </a:r>
            <a:r>
              <a:rPr lang="ko-KR" altLang="en-US" sz="2000" dirty="0"/>
              <a:t>들로부터 파티션 데이터 스트리밍 수신</a:t>
            </a:r>
            <a:endParaRPr lang="en-US" altLang="ko-KR" sz="2000" dirty="0"/>
          </a:p>
          <a:p>
            <a:pPr algn="l"/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en-US" altLang="ko-KR" sz="2000" dirty="0"/>
              <a:t>Worker</a:t>
            </a:r>
            <a:r>
              <a:rPr lang="ko-KR" altLang="en-US" sz="2000" dirty="0"/>
              <a:t> 상태 조회</a:t>
            </a:r>
          </a:p>
        </p:txBody>
      </p:sp>
    </p:spTree>
    <p:extLst>
      <p:ext uri="{BB962C8B-B14F-4D97-AF65-F5344CB8AC3E}">
        <p14:creationId xmlns:p14="http://schemas.microsoft.com/office/powerpoint/2010/main" val="3301135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FF94B-362C-1A96-4A4C-DD5273FF9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13B8997-7B35-4D1F-D8E8-D91342B95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933" y="101599"/>
            <a:ext cx="11531599" cy="774171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/>
              <a:t>Overall progress</a:t>
            </a:r>
            <a:endParaRPr lang="ko-KR" altLang="en-US" sz="3600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709F844E-307F-63A3-9C56-ED391E055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0737" y="1019858"/>
            <a:ext cx="2709333" cy="938983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Development</a:t>
            </a:r>
          </a:p>
          <a:p>
            <a:pPr algn="l"/>
            <a:r>
              <a:rPr lang="en-US" altLang="ko-KR" dirty="0"/>
              <a:t>Milestone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330E14-C32B-D519-3EA3-5E1AD7250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267" y="101599"/>
            <a:ext cx="6282267" cy="34633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A6F66C-1986-F44E-283B-8C97F21E2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1" y="3608437"/>
            <a:ext cx="5181604" cy="3147963"/>
          </a:xfrm>
          <a:prstGeom prst="rect">
            <a:avLst/>
          </a:prstGeom>
        </p:spPr>
      </p:pic>
      <p:sp>
        <p:nvSpPr>
          <p:cNvPr id="9" name="부제목 2">
            <a:extLst>
              <a:ext uri="{FF2B5EF4-FFF2-40B4-BE49-F238E27FC236}">
                <a16:creationId xmlns:a16="http://schemas.microsoft.com/office/drawing/2014/main" id="{31735A63-9D87-B708-E371-DFED57B50FFC}"/>
              </a:ext>
            </a:extLst>
          </p:cNvPr>
          <p:cNvSpPr txBox="1">
            <a:spLocks/>
          </p:cNvSpPr>
          <p:nvPr/>
        </p:nvSpPr>
        <p:spPr>
          <a:xfrm>
            <a:off x="203201" y="3041914"/>
            <a:ext cx="4063994" cy="774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/>
              <a:t>Progressive completeness</a:t>
            </a:r>
            <a:endParaRPr lang="ko-KR" altLang="en-US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CFCC5A77-7EF0-3ABC-AABF-80DD461DC5CE}"/>
              </a:ext>
            </a:extLst>
          </p:cNvPr>
          <p:cNvSpPr txBox="1">
            <a:spLocks/>
          </p:cNvSpPr>
          <p:nvPr/>
        </p:nvSpPr>
        <p:spPr>
          <a:xfrm>
            <a:off x="6214528" y="4138084"/>
            <a:ext cx="4063994" cy="774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/>
              <a:t>Commit History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BE6C7A8-9001-A69A-C78D-21D5D91E2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760" y="3977067"/>
            <a:ext cx="1428762" cy="277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09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BB59B-9999-2717-D3EE-CD309E89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7B8B26A-EEF3-00F2-2D92-3FE12CB6B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933" y="101599"/>
            <a:ext cx="11531599" cy="774171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/>
              <a:t>How AI was used </a:t>
            </a:r>
            <a:endParaRPr lang="ko-KR" altLang="en-US" sz="3600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9494D9CE-4907-8A21-16C0-B0B39130F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932" y="1062038"/>
            <a:ext cx="8974667" cy="774172"/>
          </a:xfrm>
        </p:spPr>
        <p:txBody>
          <a:bodyPr>
            <a:normAutofit/>
          </a:bodyPr>
          <a:lstStyle/>
          <a:p>
            <a:pPr algn="l"/>
            <a:r>
              <a:rPr lang="en-US" altLang="ko-KR" sz="2000" dirty="0"/>
              <a:t>Claude AI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사용하여 개발</a:t>
            </a:r>
            <a:endParaRPr lang="en-US" altLang="ko-KR" sz="2000" dirty="0"/>
          </a:p>
          <a:p>
            <a:pPr algn="l"/>
            <a:r>
              <a:rPr lang="en-US" altLang="ko-KR" sz="2000" dirty="0"/>
              <a:t>-</a:t>
            </a:r>
            <a:r>
              <a:rPr lang="ko-KR" altLang="en-US" sz="2000" dirty="0"/>
              <a:t> 의존 관계를 고려하여 </a:t>
            </a:r>
            <a:r>
              <a:rPr lang="en-US" altLang="ko-KR" sz="2000" dirty="0"/>
              <a:t>docs/</a:t>
            </a:r>
            <a:r>
              <a:rPr lang="ko-KR" altLang="en-US" sz="2000" dirty="0" err="1"/>
              <a:t>에</a:t>
            </a:r>
            <a:r>
              <a:rPr lang="ko-KR" altLang="en-US" sz="2000" dirty="0"/>
              <a:t> 세부 설계 </a:t>
            </a:r>
            <a:r>
              <a:rPr lang="en-US" altLang="ko-KR" sz="2000" dirty="0"/>
              <a:t>-&gt;</a:t>
            </a:r>
            <a:r>
              <a:rPr lang="ko-KR" altLang="en-US" sz="2000" dirty="0"/>
              <a:t> </a:t>
            </a:r>
            <a:r>
              <a:rPr lang="en-US" altLang="ko-KR" sz="2000" dirty="0"/>
              <a:t>AI</a:t>
            </a:r>
            <a:r>
              <a:rPr lang="ko-KR" altLang="en-US" sz="2000" dirty="0"/>
              <a:t>가 문서 순서대로 맥락 학습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246323-BE5C-9F0C-7997-CBC46E2D6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58" y="1875663"/>
            <a:ext cx="4155876" cy="4880738"/>
          </a:xfrm>
          <a:prstGeom prst="rect">
            <a:avLst/>
          </a:prstGeom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0A1D28C5-22A5-3995-6B8C-B4F6C753658E}"/>
              </a:ext>
            </a:extLst>
          </p:cNvPr>
          <p:cNvSpPr txBox="1">
            <a:spLocks/>
          </p:cNvSpPr>
          <p:nvPr/>
        </p:nvSpPr>
        <p:spPr>
          <a:xfrm>
            <a:off x="4859862" y="2841732"/>
            <a:ext cx="6848279" cy="91160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/>
              <a:t>또한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worklog/</a:t>
            </a:r>
            <a:r>
              <a:rPr lang="ko-KR" altLang="en-US" sz="2000" dirty="0" err="1"/>
              <a:t>에</a:t>
            </a:r>
            <a:r>
              <a:rPr lang="ko-KR" altLang="en-US" sz="2000" dirty="0"/>
              <a:t> 작업내용을 기록하고 새롭게 </a:t>
            </a:r>
            <a:r>
              <a:rPr lang="en-US" altLang="ko-KR" sz="2000" dirty="0"/>
              <a:t>docs/</a:t>
            </a:r>
            <a:r>
              <a:rPr lang="ko-KR" altLang="en-US" sz="2000" dirty="0"/>
              <a:t>도 업데이트하고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algn="l"/>
            <a:r>
              <a:rPr lang="en-US" altLang="ko-KR" sz="2000" dirty="0" err="1"/>
              <a:t>nextwork</a:t>
            </a:r>
            <a:r>
              <a:rPr lang="en-US" altLang="ko-KR" sz="2000" dirty="0"/>
              <a:t>/</a:t>
            </a:r>
            <a:r>
              <a:rPr lang="ko-KR" altLang="en-US" sz="2000" dirty="0" err="1"/>
              <a:t>에</a:t>
            </a:r>
            <a:r>
              <a:rPr lang="ko-KR" altLang="en-US" sz="2000" dirty="0"/>
              <a:t>  다음 할 일을 관리하여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</a:p>
          <a:p>
            <a:pPr algn="l"/>
            <a:r>
              <a:rPr lang="ko-KR" altLang="en-US" sz="2000" b="1" dirty="0" err="1"/>
              <a:t>팀원들간의</a:t>
            </a:r>
            <a:r>
              <a:rPr lang="ko-KR" altLang="en-US" sz="2000" b="1" dirty="0"/>
              <a:t> 작업 맥락이 각자의 </a:t>
            </a:r>
            <a:r>
              <a:rPr lang="en-US" altLang="ko-KR" sz="2000" b="1" dirty="0"/>
              <a:t>IDE</a:t>
            </a:r>
            <a:r>
              <a:rPr lang="ko-KR" altLang="en-US" sz="2000" b="1" dirty="0"/>
              <a:t>에서 유지</a:t>
            </a:r>
            <a:r>
              <a:rPr lang="ko-KR" altLang="en-US" sz="2000" dirty="0"/>
              <a:t>될 수 있도록 관리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F6A248B-8F5E-3131-539F-E0BA141FC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863" y="3802172"/>
            <a:ext cx="3828740" cy="29542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934D9FA-0025-8510-50B5-5F9782D38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36" y="3822173"/>
            <a:ext cx="3327982" cy="288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16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3FA33-835D-3125-1B0E-A2DEAE272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B53406D-548B-F5E1-634F-443D4AD97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933" y="101599"/>
            <a:ext cx="11531599" cy="774171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/>
              <a:t>How AI was used </a:t>
            </a:r>
            <a:endParaRPr lang="ko-KR" altLang="en-US" sz="3600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8CB6E634-9570-6B4C-CDA7-30DA313AC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932" y="1062038"/>
            <a:ext cx="11362268" cy="4644496"/>
          </a:xfrm>
        </p:spPr>
        <p:txBody>
          <a:bodyPr>
            <a:normAutofit/>
          </a:bodyPr>
          <a:lstStyle/>
          <a:p>
            <a:pPr algn="l"/>
            <a:r>
              <a:rPr lang="en-US" altLang="ko-KR" sz="2000" b="1" dirty="0"/>
              <a:t>AI</a:t>
            </a:r>
            <a:r>
              <a:rPr lang="ko-KR" altLang="en-US" sz="2000" b="1" dirty="0"/>
              <a:t> 개발의 주의점</a:t>
            </a:r>
            <a:endParaRPr lang="en-US" altLang="ko-KR" sz="2000" b="1" dirty="0"/>
          </a:p>
          <a:p>
            <a:pPr marL="342900" indent="-342900" algn="l">
              <a:buFontTx/>
              <a:buChar char="-"/>
            </a:pPr>
            <a:r>
              <a:rPr lang="en-US" altLang="ko-KR" sz="2000" dirty="0"/>
              <a:t>AI</a:t>
            </a:r>
            <a:r>
              <a:rPr lang="ko-KR" altLang="en-US" sz="2000" dirty="0"/>
              <a:t>는 과거에 뭘 했는지 기억하지 못함</a:t>
            </a:r>
            <a:endParaRPr lang="en-US" altLang="ko-KR" sz="2000" dirty="0"/>
          </a:p>
          <a:p>
            <a:pPr marL="342900" indent="-342900" algn="l">
              <a:buFontTx/>
              <a:buChar char="-"/>
            </a:pPr>
            <a:r>
              <a:rPr lang="ko-KR" altLang="en-US" sz="2000" dirty="0"/>
              <a:t>같은 실수를 반복할 수 있고</a:t>
            </a:r>
            <a:r>
              <a:rPr lang="en-US" altLang="ko-KR" sz="2000" dirty="0"/>
              <a:t>,</a:t>
            </a:r>
            <a:r>
              <a:rPr lang="ko-KR" altLang="en-US" sz="2000" dirty="0"/>
              <a:t> 그만큼 작업의 오버헤드가 높아짐</a:t>
            </a:r>
            <a:endParaRPr lang="en-US" altLang="ko-KR" sz="2000" dirty="0"/>
          </a:p>
          <a:p>
            <a:pPr marL="342900" indent="-342900" algn="l">
              <a:buFontTx/>
              <a:buChar char="-"/>
            </a:pPr>
            <a:r>
              <a:rPr lang="ko-KR" altLang="en-US" sz="2000" dirty="0"/>
              <a:t>복잡하고 협업이 필요한 프로젝트에서 일관성 유지가 어려움</a:t>
            </a:r>
            <a:endParaRPr lang="en-US" altLang="ko-KR" sz="2000" dirty="0"/>
          </a:p>
          <a:p>
            <a:pPr algn="l"/>
            <a:endParaRPr lang="en-US" altLang="ko-KR" sz="2000" dirty="0"/>
          </a:p>
          <a:p>
            <a:pPr algn="l"/>
            <a:r>
              <a:rPr lang="en-US" altLang="ko-KR" sz="2000" dirty="0"/>
              <a:t>=&gt;</a:t>
            </a:r>
            <a:r>
              <a:rPr lang="ko-KR" altLang="en-US" sz="2000" dirty="0"/>
              <a:t> </a:t>
            </a:r>
            <a:r>
              <a:rPr lang="ko-KR" altLang="en-US" sz="2000" b="1" dirty="0"/>
              <a:t>우리의 해결책과 레슨</a:t>
            </a:r>
            <a:endParaRPr lang="en-US" altLang="ko-KR" sz="2000" b="1" dirty="0"/>
          </a:p>
          <a:p>
            <a:pPr marL="342900" indent="-342900" algn="l">
              <a:buFontTx/>
              <a:buChar char="-"/>
            </a:pPr>
            <a:r>
              <a:rPr lang="ko-KR" altLang="en-US" sz="2000" dirty="0"/>
              <a:t>모든 작업을 문서로 기록 </a:t>
            </a:r>
            <a:r>
              <a:rPr lang="en-US" altLang="ko-KR" sz="2000" dirty="0"/>
              <a:t>(worklog/)</a:t>
            </a:r>
          </a:p>
          <a:p>
            <a:pPr marL="342900" indent="-342900" algn="l">
              <a:buFontTx/>
              <a:buChar char="-"/>
            </a:pPr>
            <a:r>
              <a:rPr lang="ko-KR" altLang="en-US" sz="2000" dirty="0"/>
              <a:t>다음 할 일도 문서로 기록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nextwork</a:t>
            </a:r>
            <a:r>
              <a:rPr lang="en-US" altLang="ko-KR" sz="2000" dirty="0"/>
              <a:t>/)</a:t>
            </a:r>
          </a:p>
          <a:p>
            <a:pPr marL="342900" indent="-342900" algn="l">
              <a:buFontTx/>
              <a:buChar char="-"/>
            </a:pPr>
            <a:r>
              <a:rPr lang="en-US" altLang="ko-KR" sz="2000" dirty="0"/>
              <a:t>AI</a:t>
            </a:r>
            <a:r>
              <a:rPr lang="ko-KR" altLang="en-US" sz="2000" dirty="0"/>
              <a:t>에게 작업을 시킬 때는 문서 기반으로 맥락을 전달하고</a:t>
            </a:r>
            <a:r>
              <a:rPr lang="en-US" altLang="ko-KR" sz="2000" dirty="0"/>
              <a:t>,</a:t>
            </a:r>
            <a:r>
              <a:rPr lang="ko-KR" altLang="en-US" sz="2000" dirty="0"/>
              <a:t> 설계 문서를 먼저 작성 </a:t>
            </a:r>
            <a:r>
              <a:rPr lang="en-US" altLang="ko-KR" sz="2000" dirty="0"/>
              <a:t>(docs/, plan/)</a:t>
            </a:r>
          </a:p>
          <a:p>
            <a:pPr marL="342900" indent="-342900" algn="l">
              <a:buFontTx/>
              <a:buChar char="-"/>
            </a:pPr>
            <a:r>
              <a:rPr lang="en-US" altLang="ko-KR" sz="2000" dirty="0"/>
              <a:t>TDD</a:t>
            </a:r>
            <a:r>
              <a:rPr lang="ko-KR" altLang="en-US" sz="2000" dirty="0"/>
              <a:t> 개발 사이클을 적용하여 </a:t>
            </a:r>
            <a:r>
              <a:rPr lang="en-US" altLang="ko-KR" sz="2000" dirty="0"/>
              <a:t>RED-GREEN-REFACTOR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거치고 다음으로 </a:t>
            </a:r>
            <a:r>
              <a:rPr lang="ko-KR" altLang="en-US" sz="2000" dirty="0" err="1"/>
              <a:t>넘어감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코드에 확신</a:t>
            </a:r>
            <a:r>
              <a:rPr lang="en-US" altLang="ko-KR" sz="2000" dirty="0"/>
              <a:t>)</a:t>
            </a:r>
          </a:p>
          <a:p>
            <a:pPr marL="342900" indent="-342900" algn="l">
              <a:buFontTx/>
              <a:buChar char="-"/>
            </a:pPr>
            <a:r>
              <a:rPr lang="ko-KR" altLang="en-US" sz="2000" dirty="0" err="1"/>
              <a:t>풀고자하는</a:t>
            </a:r>
            <a:r>
              <a:rPr lang="ko-KR" altLang="en-US" sz="2000" dirty="0"/>
              <a:t> 문제를 작은 단위로 </a:t>
            </a:r>
            <a:r>
              <a:rPr lang="ko-KR" altLang="en-US" sz="2000" dirty="0" err="1"/>
              <a:t>청킹하여</a:t>
            </a:r>
            <a:r>
              <a:rPr lang="ko-KR" altLang="en-US" sz="2000" dirty="0"/>
              <a:t> 점진적으로 개발 </a:t>
            </a:r>
          </a:p>
        </p:txBody>
      </p:sp>
    </p:spTree>
    <p:extLst>
      <p:ext uri="{BB962C8B-B14F-4D97-AF65-F5344CB8AC3E}">
        <p14:creationId xmlns:p14="http://schemas.microsoft.com/office/powerpoint/2010/main" val="3353174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B2400-C333-4778-4DB8-D1E5E46D0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48AA864-90C5-04CE-068E-64B7DED4D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933" y="101599"/>
            <a:ext cx="11531599" cy="774171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/>
              <a:t>Lessons learned from the project</a:t>
            </a:r>
            <a:endParaRPr lang="ko-KR" altLang="en-US" sz="36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5C9A8831-605A-A41D-E7CE-F1A4D480B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932" y="1062038"/>
            <a:ext cx="11362268" cy="5440362"/>
          </a:xfrm>
        </p:spPr>
        <p:txBody>
          <a:bodyPr>
            <a:normAutofit/>
          </a:bodyPr>
          <a:lstStyle/>
          <a:p>
            <a:pPr algn="l"/>
            <a:r>
              <a:rPr lang="en-US" altLang="ko-KR" sz="2000" b="1" dirty="0"/>
              <a:t>1.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Git</a:t>
            </a:r>
            <a:r>
              <a:rPr lang="ko-KR" altLang="en-US" sz="2000" b="1" dirty="0"/>
              <a:t>의 중요성</a:t>
            </a:r>
            <a:endParaRPr lang="en-US" altLang="ko-KR" sz="2000" b="1" dirty="0"/>
          </a:p>
          <a:p>
            <a:pPr marL="342900" indent="-342900" algn="l">
              <a:buFontTx/>
              <a:buChar char="-"/>
            </a:pPr>
            <a:r>
              <a:rPr lang="ko-KR" altLang="en-US" sz="2000" dirty="0"/>
              <a:t>코드의 여러 부분을 개선하다가 오류가 발생한다면</a:t>
            </a:r>
            <a:r>
              <a:rPr lang="en-US" altLang="ko-KR" sz="2000" dirty="0"/>
              <a:t>,</a:t>
            </a:r>
            <a:r>
              <a:rPr lang="ko-KR" altLang="en-US" sz="2000" dirty="0"/>
              <a:t> 이전 버전으로 돌아가서 </a:t>
            </a:r>
            <a:r>
              <a:rPr lang="ko-KR" altLang="en-US" sz="2000" dirty="0" err="1"/>
              <a:t>점검해야한다</a:t>
            </a:r>
            <a:r>
              <a:rPr lang="en-US" altLang="ko-KR" sz="2000" dirty="0"/>
              <a:t>.</a:t>
            </a:r>
          </a:p>
          <a:p>
            <a:pPr marL="342900" indent="-342900" algn="l">
              <a:buFontTx/>
              <a:buChar char="-"/>
            </a:pPr>
            <a:r>
              <a:rPr lang="ko-KR" altLang="en-US" sz="2000" dirty="0"/>
              <a:t>이때 </a:t>
            </a:r>
            <a:r>
              <a:rPr lang="en-US" altLang="ko-KR" sz="2000" dirty="0"/>
              <a:t>commit</a:t>
            </a:r>
            <a:r>
              <a:rPr lang="ko-KR" altLang="en-US" sz="2000" dirty="0"/>
              <a:t>하지 않고 단순히 로컬에서 저장만을 반복했다면</a:t>
            </a:r>
            <a:r>
              <a:rPr lang="en-US" altLang="ko-KR" sz="2000" dirty="0"/>
              <a:t>,</a:t>
            </a:r>
            <a:r>
              <a:rPr lang="ko-KR" altLang="en-US" sz="2000" dirty="0"/>
              <a:t> 그 이전의 특정 버전으로 돌아가기가 무척 힘들다</a:t>
            </a:r>
            <a:r>
              <a:rPr lang="en-US" altLang="ko-KR" sz="2000" dirty="0"/>
              <a:t>.</a:t>
            </a:r>
          </a:p>
          <a:p>
            <a:pPr algn="l"/>
            <a:endParaRPr lang="en-US" altLang="ko-KR" sz="2000" dirty="0"/>
          </a:p>
          <a:p>
            <a:pPr algn="l"/>
            <a:r>
              <a:rPr lang="en-US" altLang="ko-KR" sz="2000" b="1" dirty="0"/>
              <a:t>2.</a:t>
            </a:r>
            <a:r>
              <a:rPr lang="ko-KR" altLang="en-US" sz="2000" b="1" dirty="0"/>
              <a:t> 커뮤니케이션의 중요성</a:t>
            </a:r>
            <a:endParaRPr lang="en-US" altLang="ko-KR" sz="2000" b="1" dirty="0"/>
          </a:p>
          <a:p>
            <a:pPr marL="342900" indent="-342900" algn="l">
              <a:buFontTx/>
              <a:buChar char="-"/>
            </a:pPr>
            <a:r>
              <a:rPr lang="ko-KR" altLang="en-US" sz="2000" dirty="0"/>
              <a:t>단지 </a:t>
            </a:r>
            <a:r>
              <a:rPr lang="en-US" altLang="ko-KR" sz="2000" dirty="0"/>
              <a:t>3</a:t>
            </a:r>
            <a:r>
              <a:rPr lang="ko-KR" altLang="en-US" sz="2000" dirty="0"/>
              <a:t>명이서 작업을 하는 것임에도 누가 어떤 것을 지금 작업하고 있는지 명확히 소통되지 않으면</a:t>
            </a:r>
            <a:r>
              <a:rPr lang="en-US" altLang="ko-KR" sz="2000" dirty="0"/>
              <a:t>,</a:t>
            </a:r>
            <a:r>
              <a:rPr lang="ko-KR" altLang="en-US" sz="2000" dirty="0"/>
              <a:t> 작업의 중복이나 </a:t>
            </a:r>
            <a:r>
              <a:rPr lang="en-US" altLang="ko-KR" sz="2000" dirty="0"/>
              <a:t>merge conflict</a:t>
            </a:r>
            <a:r>
              <a:rPr lang="ko-KR" altLang="en-US" sz="2000" dirty="0"/>
              <a:t> 등 오버헤드가 커지게 된다</a:t>
            </a:r>
            <a:r>
              <a:rPr lang="en-US" altLang="ko-KR" sz="2000" dirty="0"/>
              <a:t>.</a:t>
            </a:r>
          </a:p>
          <a:p>
            <a:pPr algn="l"/>
            <a:endParaRPr lang="en-US" altLang="ko-KR" sz="2000" dirty="0"/>
          </a:p>
          <a:p>
            <a:pPr algn="l"/>
            <a:r>
              <a:rPr lang="en-US" altLang="ko-KR" sz="2000" b="1" dirty="0"/>
              <a:t>3.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AI</a:t>
            </a:r>
            <a:r>
              <a:rPr lang="ko-KR" altLang="en-US" sz="2000" b="1" dirty="0"/>
              <a:t> 활용 능력</a:t>
            </a:r>
            <a:endParaRPr lang="en-US" altLang="ko-KR" sz="2000" b="1" dirty="0"/>
          </a:p>
          <a:p>
            <a:pPr marL="342900" indent="-342900" algn="l">
              <a:buFontTx/>
              <a:buChar char="-"/>
            </a:pPr>
            <a:r>
              <a:rPr lang="ko-KR" altLang="en-US" sz="2000" dirty="0"/>
              <a:t>이번 프로젝트에서 문서화</a:t>
            </a:r>
            <a:r>
              <a:rPr lang="en-US" altLang="ko-KR" sz="2000" dirty="0"/>
              <a:t>,</a:t>
            </a:r>
            <a:r>
              <a:rPr lang="ko-KR" altLang="en-US" sz="2000" dirty="0"/>
              <a:t> 구조 설계</a:t>
            </a:r>
            <a:r>
              <a:rPr lang="en-US" altLang="ko-KR" sz="2000" dirty="0"/>
              <a:t>,</a:t>
            </a:r>
            <a:r>
              <a:rPr lang="ko-KR" altLang="en-US" sz="2000" dirty="0"/>
              <a:t> 코딩 등 어느 과정에서도 </a:t>
            </a:r>
            <a:r>
              <a:rPr lang="en-US" altLang="ko-KR" sz="2000" dirty="0"/>
              <a:t>AI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사용하지 않은 적이 없다</a:t>
            </a:r>
            <a:r>
              <a:rPr lang="en-US" altLang="ko-KR" sz="2000" dirty="0"/>
              <a:t>.</a:t>
            </a:r>
          </a:p>
          <a:p>
            <a:pPr marL="342900" indent="-342900" algn="l">
              <a:buFontTx/>
              <a:buChar char="-"/>
            </a:pPr>
            <a:r>
              <a:rPr lang="ko-KR" altLang="en-US" sz="2000" dirty="0"/>
              <a:t>하지만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AI</a:t>
            </a:r>
            <a:r>
              <a:rPr lang="ko-KR" altLang="en-US" sz="2000" dirty="0" err="1"/>
              <a:t>라고</a:t>
            </a:r>
            <a:r>
              <a:rPr lang="ko-KR" altLang="en-US" sz="2000" dirty="0"/>
              <a:t> 만능은 아니고</a:t>
            </a:r>
            <a:r>
              <a:rPr lang="en-US" altLang="ko-KR" sz="2000" dirty="0"/>
              <a:t>,</a:t>
            </a:r>
            <a:r>
              <a:rPr lang="ko-KR" altLang="en-US" sz="2000" dirty="0"/>
              <a:t> 이 도구를 효율적으로 사용해야 매우 파괴적임을 느꼈다</a:t>
            </a:r>
            <a:r>
              <a:rPr lang="en-US" altLang="ko-KR" sz="2000" dirty="0"/>
              <a:t>.</a:t>
            </a:r>
          </a:p>
          <a:p>
            <a:pPr marL="342900" indent="-342900" algn="l">
              <a:buFontTx/>
              <a:buChar char="-"/>
            </a:pPr>
            <a:r>
              <a:rPr lang="ko-KR" altLang="en-US" sz="2000" dirty="0"/>
              <a:t>구현에 필요한 라이브러리를 처음부터 공부하기보다</a:t>
            </a:r>
            <a:r>
              <a:rPr lang="en-US" altLang="ko-KR" sz="2000" dirty="0"/>
              <a:t>,</a:t>
            </a:r>
            <a:r>
              <a:rPr lang="ko-KR" altLang="en-US" sz="2000" dirty="0"/>
              <a:t> 이제는 어떻게 목표를 쪼개서 단계적으로 개발할지를 </a:t>
            </a:r>
            <a:r>
              <a:rPr lang="en-US" altLang="ko-KR" sz="2000" dirty="0"/>
              <a:t>AI</a:t>
            </a:r>
            <a:r>
              <a:rPr lang="ko-KR" altLang="en-US" sz="2000" dirty="0"/>
              <a:t>와 생각하고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top-down</a:t>
            </a:r>
            <a:r>
              <a:rPr lang="ko-KR" altLang="en-US" sz="2000" dirty="0" err="1"/>
              <a:t>으로</a:t>
            </a:r>
            <a:r>
              <a:rPr lang="ko-KR" altLang="en-US" sz="2000" dirty="0"/>
              <a:t> 공부하는 것이 훨씬 효율적이었다</a:t>
            </a:r>
            <a:r>
              <a:rPr lang="en-US" altLang="ko-KR" sz="2000" dirty="0"/>
              <a:t>.</a:t>
            </a:r>
          </a:p>
          <a:p>
            <a:pPr algn="l"/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034918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ED9E3-EDDB-0F54-9C02-269276AE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7E5CCFB-15E6-EF32-730F-F2DAE16F0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86A2600-77D0-E9BF-C35B-4EFEF888B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altLang="ko-KR" dirty="0"/>
              <a:t>Team Silver </a:t>
            </a:r>
            <a:r>
              <a:rPr lang="en-US" altLang="ko-KR" sz="2000" dirty="0"/>
              <a:t>(</a:t>
            </a:r>
            <a:r>
              <a:rPr lang="ko-KR" altLang="en-US" sz="2000" dirty="0"/>
              <a:t>권동연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박범순</a:t>
            </a:r>
            <a:r>
              <a:rPr lang="en-US" altLang="ko-KR" sz="2000" dirty="0"/>
              <a:t>, </a:t>
            </a:r>
            <a:r>
              <a:rPr lang="ko-KR" altLang="en-US" sz="2000" dirty="0"/>
              <a:t>임지훈</a:t>
            </a:r>
            <a:r>
              <a:rPr lang="en-US" altLang="ko-KR" sz="2000" dirty="0"/>
              <a:t>)</a:t>
            </a:r>
            <a:endParaRPr lang="en-US" altLang="ko-KR" dirty="0"/>
          </a:p>
          <a:p>
            <a:r>
              <a:rPr lang="en-US" altLang="ko-KR" dirty="0"/>
              <a:t>CSED332, Fall 2025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2965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588</Words>
  <Application>Microsoft Macintosh PowerPoint</Application>
  <PresentationFormat>와이드스크린</PresentationFormat>
  <Paragraphs>78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Final Presentation</vt:lpstr>
      <vt:lpstr>The Surgical Team</vt:lpstr>
      <vt:lpstr>Commands for running master/workers</vt:lpstr>
      <vt:lpstr>Experimental results using /dataset/large</vt:lpstr>
      <vt:lpstr>Experimental results using /dataset/large</vt:lpstr>
      <vt:lpstr>Final architecture of your system (master/worker)</vt:lpstr>
      <vt:lpstr>Final architecture of your system (master/worker)</vt:lpstr>
      <vt:lpstr>Overall progress</vt:lpstr>
      <vt:lpstr>How AI was used </vt:lpstr>
      <vt:lpstr>How AI was used </vt:lpstr>
      <vt:lpstr>Lessons learned from the project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박범순(컴퓨터공학과)</dc:creator>
  <cp:lastModifiedBy>박범순(컴퓨터공학과)</cp:lastModifiedBy>
  <cp:revision>3</cp:revision>
  <dcterms:created xsi:type="dcterms:W3CDTF">2025-12-03T13:09:15Z</dcterms:created>
  <dcterms:modified xsi:type="dcterms:W3CDTF">2025-12-04T00:21:00Z</dcterms:modified>
</cp:coreProperties>
</file>